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2c72dc098d47b6" /><Relationship Type="http://schemas.openxmlformats.org/officeDocument/2006/relationships/extended-properties" Target="/docProps/app.xml" Id="Rf0d0c70d47734fcb" /><Relationship Type="http://schemas.openxmlformats.org/officeDocument/2006/relationships/officeDocument" Target="/ppt/presentation.xml" Id="Rd45c72f0f7d5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e09b84e894db4"/>
  </p:sldMasterIdLst>
  <p:sldIdLst>
    <p:sldId xmlns:r="http://schemas.openxmlformats.org/officeDocument/2006/relationships" id="256" r:id="R014f9e3bb29b4d9c"/>
    <p:sldId xmlns:r="http://schemas.openxmlformats.org/officeDocument/2006/relationships" id="257" r:id="Rb7c9dea2ea2c48ae"/>
    <p:sldId xmlns:r="http://schemas.openxmlformats.org/officeDocument/2006/relationships" id="258" r:id="R741f88942a11489d"/>
    <p:sldId xmlns:r="http://schemas.openxmlformats.org/officeDocument/2006/relationships" id="259" r:id="Rf1e970adb65d498e"/>
    <p:sldId xmlns:r="http://schemas.openxmlformats.org/officeDocument/2006/relationships" id="260" r:id="Rb576d69a283b44aa"/>
    <p:sldId xmlns:r="http://schemas.openxmlformats.org/officeDocument/2006/relationships" id="261" r:id="R5cdbf07bb4754503"/>
    <p:sldId xmlns:r="http://schemas.openxmlformats.org/officeDocument/2006/relationships" id="262" r:id="R6c307834f51c46dc"/>
    <p:sldId xmlns:r="http://schemas.openxmlformats.org/officeDocument/2006/relationships" id="263" r:id="Rfb432251230c494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0ca130d5f74dbe" /><Relationship Type="http://schemas.openxmlformats.org/officeDocument/2006/relationships/slideMaster" Target="/ppt/slideMasters/slideMaster1.xml" Id="R962e09b84e894db4" /><Relationship Type="http://schemas.openxmlformats.org/officeDocument/2006/relationships/presProps" Target="/ppt/presProps.xml" Id="R6d39a7d00df44919" /><Relationship Type="http://schemas.openxmlformats.org/officeDocument/2006/relationships/viewProps" Target="/ppt/viewProps.xml" Id="R29e6b8007bdb4a13" /><Relationship Type="http://schemas.openxmlformats.org/officeDocument/2006/relationships/tableStyles" Target="/ppt/tableStyles.xml" Id="R34445016bb0f4ee1" /><Relationship Type="http://schemas.openxmlformats.org/officeDocument/2006/relationships/slide" Target="/ppt/slides/slide1.xml" Id="R014f9e3bb29b4d9c" /><Relationship Type="http://schemas.openxmlformats.org/officeDocument/2006/relationships/slide" Target="/ppt/slides/slide2.xml" Id="Rb7c9dea2ea2c48ae" /><Relationship Type="http://schemas.openxmlformats.org/officeDocument/2006/relationships/slide" Target="/ppt/slides/slide3.xml" Id="R741f88942a11489d" /><Relationship Type="http://schemas.openxmlformats.org/officeDocument/2006/relationships/slide" Target="/ppt/slides/slide4.xml" Id="Rf1e970adb65d498e" /><Relationship Type="http://schemas.openxmlformats.org/officeDocument/2006/relationships/slide" Target="/ppt/slides/slide5.xml" Id="Rb576d69a283b44aa" /><Relationship Type="http://schemas.openxmlformats.org/officeDocument/2006/relationships/slide" Target="/ppt/slides/slide6.xml" Id="R5cdbf07bb4754503" /><Relationship Type="http://schemas.openxmlformats.org/officeDocument/2006/relationships/slide" Target="/ppt/slides/slide7.xml" Id="R6c307834f51c46dc" /><Relationship Type="http://schemas.openxmlformats.org/officeDocument/2006/relationships/slide" Target="/ppt/slides/slide8.xml" Id="Rfb432251230c494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6f18d3d6149c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c7df4a8de141ca" /><Relationship Type="http://schemas.openxmlformats.org/officeDocument/2006/relationships/slideLayout" Target="/ppt/slideLayouts/slideLayout1.xml" Id="R594ed3311bc14b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4ed3311bc14bc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7d9d8eff411e" /><Relationship Type="http://schemas.openxmlformats.org/officeDocument/2006/relationships/image" Target="/ppt/media/image.png" Id="R2e1fb75d6bf04c0b" /><Relationship Type="http://schemas.openxmlformats.org/officeDocument/2006/relationships/image" Target="/ppt/media/image2.png" Id="R84ed650a6643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72048ec834b6a" /><Relationship Type="http://schemas.openxmlformats.org/officeDocument/2006/relationships/image" Target="/ppt/media/image3.png" Id="Re4d76e147106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dbd553b544d65" /><Relationship Type="http://schemas.openxmlformats.org/officeDocument/2006/relationships/image" Target="/ppt/media/image3.png" Id="R4c2a73af4f06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ff7ed68424b31" /><Relationship Type="http://schemas.openxmlformats.org/officeDocument/2006/relationships/image" Target="/ppt/media/image3.png" Id="Rbdecf597558b47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3441204645f8" /><Relationship Type="http://schemas.openxmlformats.org/officeDocument/2006/relationships/image" Target="/ppt/media/image3.png" Id="Rbb5824de4728491c" /><Relationship Type="http://schemas.openxmlformats.org/officeDocument/2006/relationships/image" Target="/ppt/media/image4.png" Id="R7e99809350f047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75abe495d461b" /><Relationship Type="http://schemas.openxmlformats.org/officeDocument/2006/relationships/image" Target="/ppt/media/image3.png" Id="Rc1c71d92b41e4155" /><Relationship Type="http://schemas.openxmlformats.org/officeDocument/2006/relationships/image" Target="/ppt/media/image5.png" Id="R8fab5771970543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470f40d4f46d2" /><Relationship Type="http://schemas.openxmlformats.org/officeDocument/2006/relationships/image" Target="/ppt/media/image3.png" Id="R80a82dfaa20445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6e99f193646bf" /><Relationship Type="http://schemas.openxmlformats.org/officeDocument/2006/relationships/image" Target="/ppt/media/image3.png" Id="Ra6a0bc42291b46a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1fb75d6bf04c0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650a6643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6e14710645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a73af4f06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 Gap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cf597558b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a functional web application: a course marketplace whose every customer action is recorded exactly once in a complete CRM back office, on a Java domain layer organised around classic design patterns and an event-driven core, with an optional Claude-powered AI layer.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public client portal: browse, purchase, review, book one-to-one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administrator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domain layer on design patterns and an event-driven core, so one action propagates into several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AI assistant that degrades gracefully.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operational and CRM data persisted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not a general-purpose e-commerce platform, nor a general-purpose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one coherent product for a training company: a storefront a learner can use without instructions, over a CRM core a small team can actually run - where the AI layer is strictly additive and never a dependency.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824de4728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9809350f0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71d92b41e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b57719705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82dfaa204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0bc42291b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9A3C18B-0775-4ED9-A725-FD9AD1ED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 and Future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FF8458-30E9-4228-BD5D-30B37C5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One product where the storefront and the CRM are the same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764120-F329-457C-BA0C-E044E3D8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3CB3065-7CBC-496D-9DEB-4114157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44210E4-6CE6-4D3E-BB1C-7931311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12BAA1-6AC4-44BA-8CE9-284806DE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C6AD8FE-CFD9-47EC-93F1-0F01A74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DA865FF-0F5F-4AF0-B131-BDD1E6A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646920D-C837-4715-AA15-3D5A238C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20EA54-D305-47B6-859A-493FBCFD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6C23B61-1D52-4B46-BB4E-B7646DBB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client portal: catalogue, one-click purchase, star reviews, 1:1 booking with calendar and payment, issue reporting.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seven-tab administrator portal: contacts, courses, purchases, invoices, analytics, employees,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event-driven Java domain layer on classic design patterns, with automatic invoicing and lead scoring.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statistics over SSE, Excel import, and CSV / Excel / PDF export.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Claude layer: assistant, recommendation quiz, per-company advice, live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3BD3D6-9E3C-423C-AF8E-DE4A0BC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0E26BF-171A-40D8-A0D2-7E5A5BE0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Limitations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13E70A1-EA18-4B12-8BBC-246923C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B6E366C-4C16-435D-8635-41312B3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Automated test suite - unit and integration tests over the commands, observers, scoring strategies and REST endpoints, enabling continuous integration.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Stronger authentication - token-based sessions, password hashing at rest, e-mail verification and a genuine reset flow with expiring links.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Richer analytics - historical trends, cohort analysis and exportable dashboards beyond point-in-time metrics.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Deeper AI - conversation memory and AI summaries of support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Deployment and scaling - containerising the two services for a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4B95D50-5058-4807-91D7-0BFA0600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3265322-C172-4692-8536-1B71500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A visitor becomes a tracked lead on registration and a customer on the first purchase, and every action after that propagates into the administration portal by itself. That is the result: one click, several reactions, no reconciliation.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2026-08-31T23:02:38.0970000Z</dcterms:created>
  <dcterms:modified xsi:type="dcterms:W3CDTF">2026-08-31T23:02:38.0970000Z</dcterms:modified>
</coreProperties>
</file>