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Bebas Neue Bold" panose="020B0604020202020204" charset="0"/>
      <p:regular r:id="rId11"/>
    </p:embeddedFont>
    <p:embeddedFont>
      <p:font typeface="Helvetica Now Display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9559C-4042-48DC-A004-655DD72E33B9}"/>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C0A3284-B567-4E8F-8126-D61A9878D00E}"/>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06FD0665-44F2-417C-BC81-5CF67C29FCC7}"/>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776B5248-882E-4A3E-BED8-AB3EDBC13B3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5D02650-03D7-46D4-AD3D-0BFDA9F75DA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BB12D-3D5B-4074-B4DD-ED0A495E3FA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86F42FE-3695-4A14-9044-26F6BB2122FF}"/>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14C14DE-8FF2-4903-9FA2-A3FAFCD3F239}"/>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C103F591-3684-4987-8E04-E791B383270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2180B9-3D9B-4615-AD1B-ADA2AA713A9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4F82-C98E-4A10-B96E-6530C7FC5B61}"/>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1877B4D7-6F81-4676-9B7E-1A77C9A6A3B5}"/>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22D6B12-7EFC-4C93-8B83-88B88A86032D}"/>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076D07F5-8A47-49F3-A174-125FC013880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9FDB23B-5273-46ED-B1BD-D079A91348F5}"/>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6357-AB88-4F5C-A07F-A866038568E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2495FD8-843F-43F6-9617-4224CCB8C535}"/>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879CC2F-AB25-45DA-9426-6EA64B7932C1}"/>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C5811886-87BD-4C4F-BB54-51A0C3485870}"/>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E36C0E56-CDF0-45FC-B13F-BEC599BE3E4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0FD7391-A316-419B-B141-4D04578BADE9}"/>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FFC35-8AD1-4962-9A07-FAFF5071F14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520C6AA2-F695-42A1-86AA-454892C7CADF}"/>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223722CB-2196-487B-A8F2-A1E35AAE808E}"/>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9D283E6-EDE2-4237-B4DE-A8EEC41FCF03}"/>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EB87F11-2EAC-4CD5-868D-E1E94B3EAAC5}"/>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ACADD1FE-92AF-4D13-B5DB-0D06066FC452}"/>
              </a:ext>
            </a:extLst>
          </p:cNvPr>
          <p:cNvSpPr>
            <a:spLocks noGrp="1"/>
          </p:cNvSpPr>
          <p:nvPr>
            <p:ph type="dt" idx="10"/>
          </p:nvPr>
        </p:nvSpPr>
        <p:spPr/>
        <p:txBody>
          <a:bodyPr/>
          <a:lstStyle/>
          <a:p>
            <a:fld id="{1D8BD707-D9CF-40AE-B4C6-C98DA3205C09}" type="datetimeFigureOut">
              <a:t>9/1/2026</a:t>
            </a:fld>
            <a:endParaRPr/>
          </a:p>
        </p:txBody>
      </p:sp>
      <p:sp>
        <p:nvSpPr>
          <p:cNvPr id="8" name="Footer Placeholder 7">
            <a:extLst>
              <a:ext uri="{FF2B5EF4-FFF2-40B4-BE49-F238E27FC236}">
                <a16:creationId xmlns:a16="http://schemas.microsoft.com/office/drawing/2014/main" id="{84982CE0-F87A-426C-BC40-B81CD24BE0FB}"/>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2B84A80-F15D-4E49-A980-371578F61E4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C261-B2DA-4820-ABC8-5E09262DA071}"/>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DA7F48B-BE9E-4C34-B667-A14C236E73D4}"/>
              </a:ext>
            </a:extLst>
          </p:cNvPr>
          <p:cNvSpPr>
            <a:spLocks noGrp="1"/>
          </p:cNvSpPr>
          <p:nvPr>
            <p:ph type="dt" idx="10"/>
          </p:nvPr>
        </p:nvSpPr>
        <p:spPr/>
        <p:txBody>
          <a:bodyPr/>
          <a:lstStyle/>
          <a:p>
            <a:fld id="{1D8BD707-D9CF-40AE-B4C6-C98DA3205C09}" type="datetimeFigureOut">
              <a:t>9/1/2026</a:t>
            </a:fld>
            <a:endParaRPr/>
          </a:p>
        </p:txBody>
      </p:sp>
      <p:sp>
        <p:nvSpPr>
          <p:cNvPr id="4" name="Footer Placeholder 3">
            <a:extLst>
              <a:ext uri="{FF2B5EF4-FFF2-40B4-BE49-F238E27FC236}">
                <a16:creationId xmlns:a16="http://schemas.microsoft.com/office/drawing/2014/main" id="{E810DFFD-993A-4C71-AB3E-7BC3085B1222}"/>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41F7E4C9-0B40-4D44-BF33-4B2450DFB2A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ACA79D-072F-4AB7-9506-A6F94533A3E1}"/>
              </a:ext>
            </a:extLst>
          </p:cNvPr>
          <p:cNvSpPr>
            <a:spLocks noGrp="1"/>
          </p:cNvSpPr>
          <p:nvPr>
            <p:ph type="dt" idx="10"/>
          </p:nvPr>
        </p:nvSpPr>
        <p:spPr/>
        <p:txBody>
          <a:bodyPr/>
          <a:lstStyle/>
          <a:p>
            <a:fld id="{1D8BD707-D9CF-40AE-B4C6-C98DA3205C09}" type="datetimeFigureOut">
              <a:t>9/1/2026</a:t>
            </a:fld>
            <a:endParaRPr/>
          </a:p>
        </p:txBody>
      </p:sp>
      <p:sp>
        <p:nvSpPr>
          <p:cNvPr id="3" name="Footer Placeholder 2">
            <a:extLst>
              <a:ext uri="{FF2B5EF4-FFF2-40B4-BE49-F238E27FC236}">
                <a16:creationId xmlns:a16="http://schemas.microsoft.com/office/drawing/2014/main" id="{85742E93-B2C1-4E74-AFC8-E16A66A280E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E0FC2492-95DD-475F-8860-1CBF75AA1E2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E8D9-C324-44A3-B208-D891E88CA1F8}"/>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032FF1BA-6E83-40C5-98E9-83880BB44B8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8BCFC6E2-CFBD-432A-8DAD-096435CADE60}"/>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778B56CA-6D78-4D87-AD78-8CAE11BEF401}"/>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C56C69ED-5090-4DB9-9B5D-96A9E1358C8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9A35BDA-2ED3-45D9-BCD4-75753CE52C9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662B-BFBE-47FA-A63C-F889A460BA5D}"/>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39FCCD1A-FE18-4E6D-B900-8FBA8810829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12023C4-86D0-4CEF-933E-9AE5BF54835F}"/>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D3741F9-C4B9-44E1-8B79-DAC381E939CD}"/>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011B6D03-A3C5-4871-8FBD-9D7AB61BB92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837B65A-9423-41BB-8FA6-CEA67ACA204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48441-9204-427B-A094-CF952BD984E0}"/>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272F14A-1A1D-4C7B-8661-70FA4F4B0F81}"/>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5A829D5-CF80-4882-A3D2-438900F6C97B}"/>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2344B437-F3F3-4CB2-966F-E0B869C9088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EB30E9E-70E3-4804-A6BD-F2DE8CAE47B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3F1ED1-7FD3-4DA5-9434-F181FDE41EB3}"/>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6F1D5B0E-D0D9-4FA5-923D-4753DCE4D157}"/>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AF80F4B-854B-4081-9781-E3CF8E56FBFC}"/>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4B4A4A9F-72F6-43AB-82A5-316B53B45B9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4B0C253-1269-41AE-A283-24DAD523A75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1C335-A343-435F-BDC8-6FD2B6D5E03E}"/>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FCC4FD9-9918-46FF-8564-6B589175ED66}"/>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B4F6367-7273-4B94-BBB2-FD3FA7E35A2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FE4A1A30-94CA-405C-948A-65C5569F020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89AD4A4-872E-41A1-BB0D-1B287248AED5}"/>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C8ACD54-A72F-4DC2-BCE6-FB22E5ECEA98}"/>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TextBox 3">
            <a:extLst>
              <a:ext uri="{FF2B5EF4-FFF2-40B4-BE49-F238E27FC236}">
                <a16:creationId xmlns:a16="http://schemas.microsoft.com/office/drawing/2014/main" id="{D4FE4967-0A38-4181-919A-9107EDCFCF46}"/>
              </a:ext>
            </a:extLst>
          </p:cNvPr>
          <p:cNvSpPr>
            <a:spLocks noGrp="1"/>
          </p:cNvSpPr>
          <p:nvPr/>
        </p:nvSpPr>
        <p:spPr>
          <a:xfrm>
            <a:off x="2571750" y="3238500"/>
            <a:ext cx="13144500" cy="1714500"/>
          </a:xfrm>
          <a:prstGeom prst="rect">
            <a:avLst/>
          </a:prstGeom>
        </p:spPr>
        <p:txBody>
          <a:bodyPr wrap="square" lIns="0" tIns="0" rIns="0" bIns="0" anchor="ctr">
            <a:noAutofit/>
          </a:bodyPr>
          <a:lstStyle/>
          <a:p>
            <a:pPr algn="ctr">
              <a:spcAft>
                <a:spcPts val="10"/>
              </a:spcAft>
            </a:pPr>
            <a:r>
              <a:rPr sz="4800" b="1">
                <a:solidFill>
                  <a:srgbClr val="FFFFFF"/>
                </a:solidFill>
                <a:latin typeface="Helvetica Now Display Bold"/>
                <a:ea typeface="Helvetica Now Display Bold"/>
                <a:cs typeface="Helvetica Now Display Bold"/>
              </a:rPr>
              <a:t>TRAININGIT</a:t>
            </a:r>
          </a:p>
          <a:p>
            <a:pPr algn="ct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a:ext uri="{FF2B5EF4-FFF2-40B4-BE49-F238E27FC236}">
                <a16:creationId xmlns:a16="http://schemas.microsoft.com/office/drawing/2014/main" id="{5B4768FA-141E-4393-A18D-64C8EA9AB743}"/>
              </a:ext>
            </a:extLst>
          </p:cNvPr>
          <p:cNvSpPr>
            <a:spLocks noGrp="1"/>
          </p:cNvSpPr>
          <p:nvPr/>
        </p:nvSpPr>
        <p:spPr>
          <a:xfrm>
            <a:off x="0" y="1009650"/>
            <a:ext cx="18288000" cy="952500"/>
          </a:xfrm>
          <a:prstGeom prst="rect">
            <a:avLst/>
          </a:prstGeom>
        </p:spPr>
        <p:txBody>
          <a:bodyPr lIns="0" tIns="0" rIns="0" bIns="0" anchor="t">
            <a:spAutoFit/>
          </a:bodyPr>
          <a:lstStyle/>
          <a:p>
            <a:pPr algn="ctr">
              <a:lnSpc>
                <a:spcPts val="3750"/>
              </a:lnSpc>
              <a:buNone/>
            </a:pPr>
            <a:r>
              <a:rPr sz="3000" b="1" spc="225">
                <a:solidFill>
                  <a:srgbClr val="FFFFFF"/>
                </a:solidFill>
                <a:latin typeface="Bebas Neue Bold"/>
                <a:ea typeface="Bebas Neue Bold"/>
                <a:cs typeface="Bebas Neue Bold"/>
              </a:rPr>
              <a:t>FACULTY OF COMPUTER SCIENCE</a:t>
            </a:r>
          </a:p>
          <a:p>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a:ext uri="{FF2B5EF4-FFF2-40B4-BE49-F238E27FC236}">
                <a16:creationId xmlns:a16="http://schemas.microsoft.com/office/drawing/2014/main" id="{012B270A-B0BC-4366-A949-322E91D84612}"/>
              </a:ext>
            </a:extLst>
          </p:cNvPr>
          <p:cNvSpPr>
            <a:spLocks noGrp="1"/>
          </p:cNvSpPr>
          <p:nvPr/>
        </p:nvSpPr>
        <p:spPr>
          <a:xfrm>
            <a:off x="1028700" y="7696200"/>
            <a:ext cx="7239000" cy="1066800"/>
          </a:xfrm>
          <a:prstGeom prst="rect">
            <a:avLst/>
          </a:prstGeom>
        </p:spPr>
        <p:txBody>
          <a:bodyPr lIns="0" tIns="0" rIns="0" bIns="0" anchor="t">
            <a:spAutoFit/>
          </a:bodyPr>
          <a:lstStyle/>
          <a:p>
            <a:pPr algn="l">
              <a:lnSpc>
                <a:spcPts val="4050"/>
              </a:lnSpc>
              <a:buNone/>
            </a:pPr>
            <a:r>
              <a:rPr sz="2700" b="1">
                <a:solidFill>
                  <a:srgbClr val="FFFFFF"/>
                </a:solidFill>
                <a:latin typeface="Helvetica Now Display Bold"/>
                <a:ea typeface="Helvetica Now Display Bold"/>
                <a:cs typeface="Helvetica Now Display Bold"/>
              </a:rPr>
              <a:t>SUPERVISOR:       </a:t>
            </a:r>
          </a:p>
          <a:p>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a:ext uri="{FF2B5EF4-FFF2-40B4-BE49-F238E27FC236}">
                <a16:creationId xmlns:a16="http://schemas.microsoft.com/office/drawing/2014/main" id="{7BD49515-55AF-4414-85AD-5EB02986FDDB}"/>
              </a:ext>
            </a:extLst>
          </p:cNvPr>
          <p:cNvSpPr>
            <a:spLocks noGrp="1"/>
          </p:cNvSpPr>
          <p:nvPr/>
        </p:nvSpPr>
        <p:spPr>
          <a:xfrm>
            <a:off x="14001750" y="7696200"/>
            <a:ext cx="3257550" cy="1066800"/>
          </a:xfrm>
          <a:prstGeom prst="rect">
            <a:avLst/>
          </a:prstGeom>
        </p:spPr>
        <p:txBody>
          <a:bodyPr lIns="0" tIns="0" rIns="0" bIns="0" anchor="t">
            <a:spAutoFit/>
          </a:bodyPr>
          <a:lstStyle/>
          <a:p>
            <a:pPr algn="r">
              <a:lnSpc>
                <a:spcPts val="4050"/>
              </a:lnSpc>
              <a:buNone/>
            </a:pPr>
            <a:r>
              <a:rPr sz="2700" b="1">
                <a:solidFill>
                  <a:srgbClr val="FFFFFF"/>
                </a:solidFill>
                <a:latin typeface="Helvetica Now Display Bold"/>
                <a:ea typeface="Helvetica Now Display Bold"/>
                <a:cs typeface="Helvetica Now Display Bold"/>
              </a:rPr>
              <a:t>CANDIDATE:</a:t>
            </a:r>
          </a:p>
          <a:p>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1-title">
            <a:extLst>
              <a:ext uri="{FF2B5EF4-FFF2-40B4-BE49-F238E27FC236}">
                <a16:creationId xmlns:a16="http://schemas.microsoft.com/office/drawing/2014/main" id="{AE1D0131-F00E-4FC8-AE13-4AB7AA97F21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a:ext uri="{FF2B5EF4-FFF2-40B4-BE49-F238E27FC236}">
                <a16:creationId xmlns:a16="http://schemas.microsoft.com/office/drawing/2014/main" id="{2E953A88-BBB8-431C-8267-BCC6D7FB8013}"/>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a:ext uri="{FF2B5EF4-FFF2-40B4-BE49-F238E27FC236}">
                <a16:creationId xmlns:a16="http://schemas.microsoft.com/office/drawing/2014/main" id="{937951F8-695E-4F6E-816A-7C94465D58D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a:ext uri="{FF2B5EF4-FFF2-40B4-BE49-F238E27FC236}">
                <a16:creationId xmlns:a16="http://schemas.microsoft.com/office/drawing/2014/main" id="{96ACCC26-D056-4176-82CE-5C4E5B05CE6B}"/>
              </a:ext>
            </a:extLst>
          </p:cNvPr>
          <p:cNvSpPr>
            <a:spLocks noGrp="1"/>
          </p:cNvSpPr>
          <p:nvPr/>
        </p:nvSpPr>
        <p:spPr>
          <a:xfrm>
            <a:off x="2667000" y="20955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a:ext uri="{FF2B5EF4-FFF2-40B4-BE49-F238E27FC236}">
                <a16:creationId xmlns:a16="http://schemas.microsoft.com/office/drawing/2014/main" id="{0D0EE576-B18B-4162-BE83-4E863453CEDF}"/>
              </a:ext>
            </a:extLst>
          </p:cNvPr>
          <p:cNvSpPr>
            <a:spLocks noGrp="1"/>
          </p:cNvSpPr>
          <p:nvPr/>
        </p:nvSpPr>
        <p:spPr>
          <a:xfrm>
            <a:off x="2667000" y="25241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Straight Connector 7">
            <a:extLst>
              <a:ext uri="{FF2B5EF4-FFF2-40B4-BE49-F238E27FC236}">
                <a16:creationId xmlns:a16="http://schemas.microsoft.com/office/drawing/2014/main" id="{018F8D60-8003-4D96-991F-425DA72191C9}"/>
              </a:ext>
            </a:extLst>
          </p:cNvPr>
          <p:cNvSpPr>
            <a:spLocks noGrp="1"/>
          </p:cNvSpPr>
          <p:nvPr/>
        </p:nvSpPr>
        <p:spPr>
          <a:xfrm>
            <a:off x="2667000" y="3619500"/>
            <a:ext cx="7239000" cy="0"/>
          </a:xfrm>
          <a:prstGeom prst="line">
            <a:avLst/>
          </a:prstGeom>
          <a:noFill/>
          <a:ln w="19050">
            <a:solidFill>
              <a:srgbClr val="B8C9DC"/>
            </a:solidFill>
            <a:prstDash val="solid"/>
          </a:ln>
        </p:spPr>
        <p:txBody>
          <a:bodyPr/>
          <a:lstStyle/>
          <a:p>
            <a:endParaRPr lang="en-US"/>
          </a:p>
        </p:txBody>
      </p:sp>
      <p:sp>
        <p:nvSpPr>
          <p:cNvPr id="9" name="business-side-heading">
            <a:extLst>
              <a:ext uri="{FF2B5EF4-FFF2-40B4-BE49-F238E27FC236}">
                <a16:creationId xmlns:a16="http://schemas.microsoft.com/office/drawing/2014/main" id="{1EFB425B-ED9C-4E16-B101-9C07CAEAF3B1}"/>
              </a:ext>
            </a:extLst>
          </p:cNvPr>
          <p:cNvSpPr>
            <a:spLocks noGrp="1"/>
          </p:cNvSpPr>
          <p:nvPr/>
        </p:nvSpPr>
        <p:spPr>
          <a:xfrm>
            <a:off x="2667000" y="409575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a:ext uri="{FF2B5EF4-FFF2-40B4-BE49-F238E27FC236}">
                <a16:creationId xmlns:a16="http://schemas.microsoft.com/office/drawing/2014/main" id="{A227959B-AF4E-44FD-B4C6-0F241BAF18C4}"/>
              </a:ext>
            </a:extLst>
          </p:cNvPr>
          <p:cNvSpPr>
            <a:spLocks noGrp="1"/>
          </p:cNvSpPr>
          <p:nvPr/>
        </p:nvSpPr>
        <p:spPr>
          <a:xfrm>
            <a:off x="2667000" y="452437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Straight Connector 10">
            <a:extLst>
              <a:ext uri="{FF2B5EF4-FFF2-40B4-BE49-F238E27FC236}">
                <a16:creationId xmlns:a16="http://schemas.microsoft.com/office/drawing/2014/main" id="{C771CB6D-A784-4C94-BF63-102269B19621}"/>
              </a:ext>
            </a:extLst>
          </p:cNvPr>
          <p:cNvSpPr>
            <a:spLocks noGrp="1"/>
          </p:cNvSpPr>
          <p:nvPr/>
        </p:nvSpPr>
        <p:spPr>
          <a:xfrm>
            <a:off x="2667000" y="5619750"/>
            <a:ext cx="7239000" cy="0"/>
          </a:xfrm>
          <a:prstGeom prst="line">
            <a:avLst/>
          </a:prstGeom>
          <a:noFill/>
          <a:ln w="19050">
            <a:solidFill>
              <a:srgbClr val="B8C9DC"/>
            </a:solidFill>
            <a:prstDash val="solid"/>
          </a:ln>
        </p:spPr>
        <p:txBody>
          <a:bodyPr/>
          <a:lstStyle/>
          <a:p>
            <a:endParaRPr lang="en-US"/>
          </a:p>
        </p:txBody>
      </p:sp>
      <p:sp>
        <p:nvSpPr>
          <p:cNvPr id="12" name="integration-gap-heading">
            <a:extLst>
              <a:ext uri="{FF2B5EF4-FFF2-40B4-BE49-F238E27FC236}">
                <a16:creationId xmlns:a16="http://schemas.microsoft.com/office/drawing/2014/main" id="{8010DEFE-3821-45AB-942B-2440B93BA09A}"/>
              </a:ext>
            </a:extLst>
          </p:cNvPr>
          <p:cNvSpPr>
            <a:spLocks noGrp="1"/>
          </p:cNvSpPr>
          <p:nvPr/>
        </p:nvSpPr>
        <p:spPr>
          <a:xfrm>
            <a:off x="2667000" y="60960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a:ext uri="{FF2B5EF4-FFF2-40B4-BE49-F238E27FC236}">
                <a16:creationId xmlns:a16="http://schemas.microsoft.com/office/drawing/2014/main" id="{9A866C22-B60E-4059-B4FC-EB36798E5F87}"/>
              </a:ext>
            </a:extLst>
          </p:cNvPr>
          <p:cNvSpPr>
            <a:spLocks noGrp="1"/>
          </p:cNvSpPr>
          <p:nvPr/>
        </p:nvSpPr>
        <p:spPr>
          <a:xfrm>
            <a:off x="2667000" y="65246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a:ext uri="{FF2B5EF4-FFF2-40B4-BE49-F238E27FC236}">
                <a16:creationId xmlns:a16="http://schemas.microsoft.com/office/drawing/2014/main" id="{BA4EAD6B-C91A-4F06-9A5E-C93DD2AD1E0B}"/>
              </a:ext>
            </a:extLst>
          </p:cNvPr>
          <p:cNvSpPr>
            <a:spLocks noGrp="1"/>
          </p:cNvSpPr>
          <p:nvPr/>
        </p:nvSpPr>
        <p:spPr>
          <a:xfrm>
            <a:off x="10858500" y="2143125"/>
            <a:ext cx="5334000" cy="5619750"/>
          </a:xfrm>
          <a:prstGeom prst="roundRect">
            <a:avLst>
              <a:gd name="adj" fmla="val 3214"/>
            </a:avLst>
          </a:prstGeom>
          <a:solidFill>
            <a:srgbClr val="EEF5FC"/>
          </a:solidFill>
          <a:ln w="19050">
            <a:solidFill>
              <a:srgbClr val="BCD0E5"/>
            </a:solidFill>
            <a:prstDash val="solid"/>
          </a:ln>
        </p:spPr>
        <p:style>
          <a:lnRef idx="0">
            <a:scrgbClr r="0" g="0" b="0"/>
          </a:lnRef>
          <a:fillRef idx="0">
            <a:scrgbClr r="0" g="0" b="0"/>
          </a:fillRef>
          <a:effectRef idx="4">
            <a:scrgbClr r="0" g="0" b="0"/>
          </a:effectRef>
          <a:fontRef idx="major"/>
        </p:style>
        <p:txBody>
          <a:bodyPr wrap="square" lIns="323850" tIns="304800" rIns="323850" bIns="266700" anchor="t">
            <a:noAutofit/>
          </a:bodyPr>
          <a:lstStyle/>
          <a:p>
            <a:pPr algn="l">
              <a:spcAft>
                <a:spcPts val="20"/>
              </a:spcAft>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a:pPr algn="l">
              <a:spcAft>
                <a:spcPts val="28"/>
              </a:spcAft>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2-title">
            <a:extLst>
              <a:ext uri="{FF2B5EF4-FFF2-40B4-BE49-F238E27FC236}">
                <a16:creationId xmlns:a16="http://schemas.microsoft.com/office/drawing/2014/main" id="{1EA6940B-19B2-44EF-93F4-AA41B0BC2776}"/>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a:ext uri="{FF2B5EF4-FFF2-40B4-BE49-F238E27FC236}">
                <a16:creationId xmlns:a16="http://schemas.microsoft.com/office/drawing/2014/main" id="{76D7AC58-1AA3-455D-BE62-C11AD08FF0C8}"/>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a:ext uri="{FF2B5EF4-FFF2-40B4-BE49-F238E27FC236}">
                <a16:creationId xmlns:a16="http://schemas.microsoft.com/office/drawing/2014/main" id="{C7069109-0CAA-4B6B-9A56-4E6D1F840D58}"/>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a:ext uri="{FF2B5EF4-FFF2-40B4-BE49-F238E27FC236}">
                <a16:creationId xmlns:a16="http://schemas.microsoft.com/office/drawing/2014/main" id="{F164E926-F84C-4319-ADD0-BE2F49461C3A}"/>
              </a:ext>
            </a:extLst>
          </p:cNvPr>
          <p:cNvSpPr>
            <a:spLocks noGrp="1"/>
          </p:cNvSpPr>
          <p:nvPr/>
        </p:nvSpPr>
        <p:spPr>
          <a:xfrm>
            <a:off x="2571750" y="1666875"/>
            <a:ext cx="13335000" cy="381000"/>
          </a:xfrm>
          <a:prstGeom prst="rect">
            <a:avLst/>
          </a:prstGeom>
          <a:noFill/>
          <a:ln w="0">
            <a:noFill/>
            <a:prstDash val="solid"/>
          </a:ln>
        </p:spPr>
        <p:txBody>
          <a:bodyPr wrap="square" lIns="0" tIns="0" rIns="0" bIns="0" anchor="ctr">
            <a:noAutofit/>
          </a:bodyPr>
          <a:lstStyle/>
          <a:p>
            <a:pPr algn="l">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4" name="Table 13"/>
          <p:cNvGraphicFramePr/>
          <p:nvPr/>
        </p:nvGraphicFramePr>
        <p:xfrm>
          <a:off x="2571750" y="2190750"/>
          <a:ext cx="13335000" cy="4819650"/>
        </p:xfrm>
        <a:graphic>
          <a:graphicData uri="http://schemas.openxmlformats.org/drawingml/2006/table">
            <a:tbl>
              <a:tblPr/>
              <a:tblGrid>
                <a:gridCol w="3478696">
                  <a:extLst>
                    <a:ext uri="{9D8B030D-6E8A-4147-A177-3AD203B41FA5}">
                      <a16:colId xmlns:a16="http://schemas.microsoft.com/office/drawing/2014/main" val="20000"/>
                    </a:ext>
                  </a:extLst>
                </a:gridCol>
                <a:gridCol w="4493315">
                  <a:extLst>
                    <a:ext uri="{9D8B030D-6E8A-4147-A177-3AD203B41FA5}">
                      <a16:colId xmlns:a16="http://schemas.microsoft.com/office/drawing/2014/main" val="20001"/>
                    </a:ext>
                  </a:extLst>
                </a:gridCol>
                <a:gridCol w="5362989">
                  <a:extLst>
                    <a:ext uri="{9D8B030D-6E8A-4147-A177-3AD203B41FA5}">
                      <a16:colId xmlns:a16="http://schemas.microsoft.com/office/drawing/2014/main" val="20002"/>
                    </a:ext>
                  </a:extLst>
                </a:gridCol>
              </a:tblGrid>
              <a:tr h="552450">
                <a:tc>
                  <a:txBody>
                    <a:bodyPr/>
                    <a:lstStyle/>
                    <a:p>
                      <a:r>
                        <a:rPr sz="1575" b="1">
                          <a:solidFill>
                            <a:srgbClr val="FFFFFF"/>
                          </a:solidFill>
                          <a:latin typeface="Helvetica Now Display Bold"/>
                          <a:ea typeface="Helvetica Now Display Bold"/>
                          <a:cs typeface="Helvetica Now Display Bold"/>
                        </a:rPr>
                        <a:t>Tool family</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Strength</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Limitation</a:t>
                      </a:r>
                    </a:p>
                  </a:txBody>
                  <a:tcPr anchor="ctr">
                    <a:solidFill>
                      <a:srgbClr val="022461"/>
                    </a:solidFill>
                  </a:tcPr>
                </a:tc>
                <a:extLst>
                  <a:ext uri="{0D108BD9-81ED-4DB2-BD59-A6C34878D82A}">
                    <a16:rowId xmlns:a16="http://schemas.microsoft.com/office/drawing/2014/main" val="10000"/>
                  </a:ext>
                </a:extLst>
              </a:tr>
              <a:tr h="1066800">
                <a:tc>
                  <a:txBody>
                    <a:bodyPr/>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anchor="ctr">
                    <a:solidFill>
                      <a:srgbClr val="EEF5FC"/>
                    </a:solidFill>
                  </a:tcPr>
                </a:tc>
                <a:tc>
                  <a:txBody>
                    <a:bodyPr/>
                    <a:lstStyle/>
                    <a:p>
                      <a:r>
                        <a:rPr sz="1350" b="0">
                          <a:solidFill>
                            <a:srgbClr val="172033"/>
                          </a:solidFill>
                          <a:latin typeface="Calibri"/>
                          <a:ea typeface="Calibri"/>
                          <a:cs typeface="Calibri"/>
                        </a:rPr>
                        <a:t>Excellent storefront, catalogue, reviews and checkout</a:t>
                      </a:r>
                    </a:p>
                  </a:txBody>
                  <a:tcPr anchor="ctr">
                    <a:solidFill>
                      <a:srgbClr val="EEF5FC"/>
                    </a:solidFill>
                  </a:tcPr>
                </a:tc>
                <a:tc>
                  <a:txBody>
                    <a:bodyPr/>
                    <a:lstStyle/>
                    <a:p>
                      <a:r>
                        <a:rPr sz="1350" b="0">
                          <a:solidFill>
                            <a:srgbClr val="172033"/>
                          </a:solidFill>
                          <a:latin typeface="Calibri"/>
                          <a:ea typeface="Calibri"/>
                          <a:cs typeface="Calibri"/>
                        </a:rPr>
                        <a:t>Aggregators: no owned customer relationship and no integrated CRM</a:t>
                      </a:r>
                    </a:p>
                  </a:txBody>
                  <a:tcPr anchor="ctr">
                    <a:solidFill>
                      <a:srgbClr val="EEF5FC"/>
                    </a:solidFill>
                  </a:tcPr>
                </a:tc>
                <a:extLst>
                  <a:ext uri="{0D108BD9-81ED-4DB2-BD59-A6C34878D82A}">
                    <a16:rowId xmlns:a16="http://schemas.microsoft.com/office/drawing/2014/main" val="10001"/>
                  </a:ext>
                </a:extLst>
              </a:tr>
              <a:tr h="1066800">
                <a:tc>
                  <a:txBody>
                    <a:bodyPr/>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anchor="ctr">
                    <a:solidFill>
                      <a:srgbClr val="F7FAFE"/>
                    </a:solidFill>
                  </a:tcPr>
                </a:tc>
                <a:tc>
                  <a:txBody>
                    <a:bodyPr/>
                    <a:lstStyle/>
                    <a:p>
                      <a:r>
                        <a:rPr sz="1350" b="0">
                          <a:solidFill>
                            <a:srgbClr val="172033"/>
                          </a:solidFill>
                          <a:latin typeface="Calibri"/>
                          <a:ea typeface="Calibri"/>
                          <a:cs typeface="Calibri"/>
                        </a:rPr>
                        <a:t>Strong at delivering and tracking course content</a:t>
                      </a:r>
                    </a:p>
                  </a:txBody>
                  <a:tcPr anchor="ctr">
                    <a:solidFill>
                      <a:srgbClr val="F7FAFE"/>
                    </a:solidFill>
                  </a:tcPr>
                </a:tc>
                <a:tc>
                  <a:txBody>
                    <a:bodyPr/>
                    <a:lstStyle/>
                    <a:p>
                      <a:r>
                        <a:rPr sz="1350" b="0">
                          <a:solidFill>
                            <a:srgbClr val="172033"/>
                          </a:solidFill>
                          <a:latin typeface="Calibri"/>
                          <a:ea typeface="Calibri"/>
                          <a:cs typeface="Calibri"/>
                        </a:rPr>
                        <a:t>Built around content, not selling; commerce and CRM are bolted on</a:t>
                      </a:r>
                    </a:p>
                  </a:txBody>
                  <a:tcPr anchor="ctr">
                    <a:solidFill>
                      <a:srgbClr val="F7FAFE"/>
                    </a:solidFill>
                  </a:tcPr>
                </a:tc>
                <a:extLst>
                  <a:ext uri="{0D108BD9-81ED-4DB2-BD59-A6C34878D82A}">
                    <a16:rowId xmlns:a16="http://schemas.microsoft.com/office/drawing/2014/main" val="10002"/>
                  </a:ext>
                </a:extLst>
              </a:tr>
              <a:tr h="1066800">
                <a:tc>
                  <a:txBody>
                    <a:bodyPr/>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anchor="ctr">
                    <a:solidFill>
                      <a:srgbClr val="EEF5FC"/>
                    </a:solidFill>
                  </a:tcPr>
                </a:tc>
                <a:tc>
                  <a:txBody>
                    <a:bodyPr/>
                    <a:lstStyle/>
                    <a:p>
                      <a:r>
                        <a:rPr sz="1350" b="0">
                          <a:solidFill>
                            <a:srgbClr val="172033"/>
                          </a:solidFill>
                          <a:latin typeface="Calibri"/>
                          <a:ea typeface="Calibri"/>
                          <a:cs typeface="Calibri"/>
                        </a:rPr>
                        <a:t>Powerful contacts, pipelines, lead scoring and reporting</a:t>
                      </a:r>
                    </a:p>
                  </a:txBody>
                  <a:tcPr anchor="ctr">
                    <a:solidFill>
                      <a:srgbClr val="EEF5FC"/>
                    </a:solidFill>
                  </a:tcPr>
                </a:tc>
                <a:tc>
                  <a:txBody>
                    <a:bodyPr/>
                    <a:lstStyle/>
                    <a:p>
                      <a:r>
                        <a:rPr sz="1350" b="0">
                          <a:solidFill>
                            <a:srgbClr val="172033"/>
                          </a:solidFill>
                          <a:latin typeface="Calibri"/>
                          <a:ea typeface="Calibri"/>
                          <a:cs typeface="Calibri"/>
                        </a:rPr>
                        <a:t>Generic: no course catalogue, trainer calendar or public storefront</a:t>
                      </a:r>
                    </a:p>
                  </a:txBody>
                  <a:tcPr anchor="ctr">
                    <a:solidFill>
                      <a:srgbClr val="EEF5FC"/>
                    </a:solidFill>
                  </a:tcPr>
                </a:tc>
                <a:extLst>
                  <a:ext uri="{0D108BD9-81ED-4DB2-BD59-A6C34878D82A}">
                    <a16:rowId xmlns:a16="http://schemas.microsoft.com/office/drawing/2014/main" val="10003"/>
                  </a:ext>
                </a:extLst>
              </a:tr>
              <a:tr h="1066800">
                <a:tc>
                  <a:txBody>
                    <a:bodyPr/>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anchor="ctr">
                    <a:solidFill>
                      <a:srgbClr val="F7FAFE"/>
                    </a:solidFill>
                  </a:tcPr>
                </a:tc>
                <a:tc>
                  <a:txBody>
                    <a:bodyPr/>
                    <a:lstStyle/>
                    <a:p>
                      <a:r>
                        <a:rPr sz="1350" b="0">
                          <a:solidFill>
                            <a:srgbClr val="172033"/>
                          </a:solidFill>
                          <a:latin typeface="Calibri"/>
                          <a:ea typeface="Calibri"/>
                          <a:cs typeface="Calibri"/>
                        </a:rPr>
                        <a:t>Self-hosted and able to sell anything, including courses</a:t>
                      </a:r>
                    </a:p>
                  </a:txBody>
                  <a:tcPr anchor="ctr">
                    <a:solidFill>
                      <a:srgbClr val="F7FAFE"/>
                    </a:solidFill>
                  </a:tcPr>
                </a:tc>
                <a:tc>
                  <a:txBody>
                    <a:bodyPr/>
                    <a:lstStyle/>
                    <a:p>
                      <a:r>
                        <a:rPr sz="1350" b="0">
                          <a:solidFill>
                            <a:srgbClr val="172033"/>
                          </a:solidFill>
                          <a:latin typeface="Calibri"/>
                          <a:ea typeface="Calibri"/>
                          <a:cs typeface="Calibri"/>
                        </a:rPr>
                        <a:t>A course is only a product: no lead stages, tutoring sessions or corporate training</a:t>
                      </a:r>
                    </a:p>
                  </a:txBody>
                  <a:tcPr anchor="ctr">
                    <a:solidFill>
                      <a:srgbClr val="F7FAFE"/>
                    </a:solidFill>
                  </a:tcPr>
                </a:tc>
                <a:extLst>
                  <a:ext uri="{0D108BD9-81ED-4DB2-BD59-A6C34878D82A}">
                    <a16:rowId xmlns:a16="http://schemas.microsoft.com/office/drawing/2014/main" val="10004"/>
                  </a:ext>
                </a:extLst>
              </a:tr>
            </a:tbl>
          </a:graphicData>
        </a:graphic>
      </p:graphicFrame>
      <p:sp>
        <p:nvSpPr>
          <p:cNvPr id="8" name="related-work-takeaway">
            <a:extLst>
              <a:ext uri="{FF2B5EF4-FFF2-40B4-BE49-F238E27FC236}">
                <a16:creationId xmlns:a16="http://schemas.microsoft.com/office/drawing/2014/main" id="{4E719F2D-5E04-4F90-BB55-56E396876C7E}"/>
              </a:ext>
            </a:extLst>
          </p:cNvPr>
          <p:cNvSpPr>
            <a:spLocks noGrp="1"/>
          </p:cNvSpPr>
          <p:nvPr/>
        </p:nvSpPr>
        <p:spPr>
          <a:xfrm>
            <a:off x="2571750" y="7477125"/>
            <a:ext cx="13335000" cy="1066800"/>
          </a:xfrm>
          <a:prstGeom prst="roundRect">
            <a:avLst>
              <a:gd name="adj" fmla="val 12500"/>
            </a:avLst>
          </a:prstGeom>
          <a:solidFill>
            <a:srgbClr val="022461"/>
          </a:solidFill>
          <a:ln w="0">
            <a:solidFill>
              <a:srgbClr val="022461"/>
            </a:solidFill>
            <a:prstDash val="solid"/>
          </a:ln>
        </p:spPr>
        <p:txBody>
          <a:bodyPr wrap="square" lIns="266700" tIns="171450" rIns="266700" bIns="171450" anchor="ctr">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3-title">
            <a:extLst>
              <a:ext uri="{FF2B5EF4-FFF2-40B4-BE49-F238E27FC236}">
                <a16:creationId xmlns:a16="http://schemas.microsoft.com/office/drawing/2014/main" id="{4048A1C2-63EE-43C0-95D2-8ABB082F5AF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a:ext uri="{FF2B5EF4-FFF2-40B4-BE49-F238E27FC236}">
                <a16:creationId xmlns:a16="http://schemas.microsoft.com/office/drawing/2014/main" id="{D6468100-885D-4602-B3B6-5528FE13DF3D}"/>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a:ext uri="{FF2B5EF4-FFF2-40B4-BE49-F238E27FC236}">
                <a16:creationId xmlns:a16="http://schemas.microsoft.com/office/drawing/2014/main" id="{1347F022-E81B-44C9-B2E4-D6E966D87F21}"/>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a:ext uri="{FF2B5EF4-FFF2-40B4-BE49-F238E27FC236}">
                <a16:creationId xmlns:a16="http://schemas.microsoft.com/office/drawing/2014/main" id="{15332C89-880D-4C4E-A73C-79A45FEA9624}"/>
              </a:ext>
            </a:extLst>
          </p:cNvPr>
          <p:cNvSpPr>
            <a:spLocks noGrp="1"/>
          </p:cNvSpPr>
          <p:nvPr/>
        </p:nvSpPr>
        <p:spPr>
          <a:xfrm>
            <a:off x="2571750" y="1762125"/>
            <a:ext cx="13335000" cy="40005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a:ext uri="{FF2B5EF4-FFF2-40B4-BE49-F238E27FC236}">
                <a16:creationId xmlns:a16="http://schemas.microsoft.com/office/drawing/2014/main" id="{E5CAE5DD-2273-4856-A1DB-0F9B89A3E335}"/>
              </a:ext>
            </a:extLst>
          </p:cNvPr>
          <p:cNvSpPr>
            <a:spLocks noGrp="1"/>
          </p:cNvSpPr>
          <p:nvPr/>
        </p:nvSpPr>
        <p:spPr>
          <a:xfrm>
            <a:off x="2571750" y="2238375"/>
            <a:ext cx="13335000" cy="114300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TrainingIT combines a course marketplace and CRM in one Java web application. Each customer action is stored once and drives event-based workflows; the Claude AI layer remains optional. Major market innovations include real-time commerce-to-CRM automation, training-specific workflows from lead scoring to invoicing, and explainable recommendations for learners and corporate teams.</a:t>
            </a:r>
          </a:p>
        </p:txBody>
      </p:sp>
      <p:sp>
        <p:nvSpPr>
          <p:cNvPr id="8" name="Straight Connector 7">
            <a:extLst>
              <a:ext uri="{FF2B5EF4-FFF2-40B4-BE49-F238E27FC236}">
                <a16:creationId xmlns:a16="http://schemas.microsoft.com/office/drawing/2014/main" id="{E6D1EE98-B706-4E55-8B15-B940CA835D98}"/>
              </a:ext>
            </a:extLst>
          </p:cNvPr>
          <p:cNvSpPr>
            <a:spLocks noGrp="1"/>
          </p:cNvSpPr>
          <p:nvPr/>
        </p:nvSpPr>
        <p:spPr>
          <a:xfrm>
            <a:off x="2571750" y="3619500"/>
            <a:ext cx="13335000" cy="0"/>
          </a:xfrm>
          <a:prstGeom prst="line">
            <a:avLst/>
          </a:prstGeom>
          <a:noFill/>
          <a:ln w="28575">
            <a:solidFill>
              <a:srgbClr val="022461"/>
            </a:solidFill>
            <a:prstDash val="solid"/>
          </a:ln>
        </p:spPr>
        <p:txBody>
          <a:bodyPr/>
          <a:lstStyle/>
          <a:p>
            <a:endParaRPr lang="en-US"/>
          </a:p>
        </p:txBody>
      </p:sp>
      <p:sp>
        <p:nvSpPr>
          <p:cNvPr id="9" name="objectives-heading">
            <a:extLst>
              <a:ext uri="{FF2B5EF4-FFF2-40B4-BE49-F238E27FC236}">
                <a16:creationId xmlns:a16="http://schemas.microsoft.com/office/drawing/2014/main" id="{DB5DAAB4-B9B8-4B9E-B276-7E1225FD353A}"/>
              </a:ext>
            </a:extLst>
          </p:cNvPr>
          <p:cNvSpPr>
            <a:spLocks noGrp="1"/>
          </p:cNvSpPr>
          <p:nvPr/>
        </p:nvSpPr>
        <p:spPr>
          <a:xfrm>
            <a:off x="2571750" y="3952875"/>
            <a:ext cx="6191250" cy="419100"/>
          </a:xfrm>
          <a:prstGeom prst="rect">
            <a:avLst/>
          </a:prstGeom>
          <a:noFill/>
          <a:ln w="0">
            <a:noFill/>
            <a:prstDash val="solid"/>
          </a:ln>
        </p:spPr>
        <p:txBody>
          <a:bodyPr wrap="square" lIns="0" tIns="0" rIns="0" bIns="0" anchor="t">
            <a:noAutofit/>
          </a:bodyPr>
          <a:lstStyle/>
          <a:p>
            <a:pPr algn="l">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a:ext uri="{FF2B5EF4-FFF2-40B4-BE49-F238E27FC236}">
                <a16:creationId xmlns:a16="http://schemas.microsoft.com/office/drawing/2014/main" id="{ACB4773E-2D05-4092-AB49-24548FBFBFC3}"/>
              </a:ext>
            </a:extLst>
          </p:cNvPr>
          <p:cNvSpPr>
            <a:spLocks noGrp="1"/>
          </p:cNvSpPr>
          <p:nvPr/>
        </p:nvSpPr>
        <p:spPr>
          <a:xfrm>
            <a:off x="2667000" y="4572000"/>
            <a:ext cx="6096000" cy="3429000"/>
          </a:xfrm>
          <a:prstGeom prst="rect">
            <a:avLst/>
          </a:prstGeom>
          <a:noFill/>
          <a:ln w="0">
            <a:noFill/>
            <a:prstDash val="solid"/>
          </a:ln>
        </p:spPr>
        <p:txBody>
          <a:bodyPr wrap="square" lIns="0" tIns="0" rIns="0" bIns="0" anchor="t">
            <a:noAutofit/>
          </a:bodyPr>
          <a:lstStyle/>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a:ext uri="{FF2B5EF4-FFF2-40B4-BE49-F238E27FC236}">
                <a16:creationId xmlns:a16="http://schemas.microsoft.com/office/drawing/2014/main" id="{2D288D6A-5815-4F6D-B2CE-92F6DB35B1E9}"/>
              </a:ext>
            </a:extLst>
          </p:cNvPr>
          <p:cNvSpPr>
            <a:spLocks noGrp="1"/>
          </p:cNvSpPr>
          <p:nvPr/>
        </p:nvSpPr>
        <p:spPr>
          <a:xfrm>
            <a:off x="9620250" y="3952875"/>
            <a:ext cx="6191250" cy="41910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a:ext uri="{FF2B5EF4-FFF2-40B4-BE49-F238E27FC236}">
                <a16:creationId xmlns:a16="http://schemas.microsoft.com/office/drawing/2014/main" id="{A171DEDC-5801-4C0C-A87E-4ACFC56BB2E2}"/>
              </a:ext>
            </a:extLst>
          </p:cNvPr>
          <p:cNvSpPr>
            <a:spLocks noGrp="1"/>
          </p:cNvSpPr>
          <p:nvPr/>
        </p:nvSpPr>
        <p:spPr>
          <a:xfrm>
            <a:off x="9620250" y="4572000"/>
            <a:ext cx="6191250" cy="285750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a:endParaRPr sz="1800" b="0">
              <a:solidFill>
                <a:srgbClr val="172033"/>
              </a:solidFill>
              <a:latin typeface="Calibri"/>
              <a:ea typeface="Calibri"/>
              <a:cs typeface="Calibri"/>
            </a:endParaRP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4-title">
            <a:extLst>
              <a:ext uri="{FF2B5EF4-FFF2-40B4-BE49-F238E27FC236}">
                <a16:creationId xmlns:a16="http://schemas.microsoft.com/office/drawing/2014/main" id="{0131B381-DAAB-479E-94D9-F53E566A727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a:ext uri="{FF2B5EF4-FFF2-40B4-BE49-F238E27FC236}">
                <a16:creationId xmlns:a16="http://schemas.microsoft.com/office/drawing/2014/main" id="{D30B24DD-AE9B-4887-8B49-95AC0C07FA41}"/>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a:ext uri="{FF2B5EF4-FFF2-40B4-BE49-F238E27FC236}">
                <a16:creationId xmlns:a16="http://schemas.microsoft.com/office/drawing/2014/main" id="{98F271DE-C268-4986-A555-21C75EBDAAD6}"/>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Picture 10"/>
          <p:cNvPicPr>
            <a:picLocks noChangeAspect="1"/>
          </p:cNvPicPr>
          <p:nvPr/>
        </p:nvPicPr>
        <p:blipFill>
          <a:blip r:embed="rId4"/>
          <a:stretch/>
        </p:blipFill>
        <p:spPr>
          <a:xfrm>
            <a:off x="3872552" y="1325647"/>
            <a:ext cx="10542896" cy="8523203"/>
          </a:xfrm>
          <a:prstGeom prst="rect">
            <a:avLst/>
          </a:prstGeom>
        </p:spPr>
      </p:pic>
    </p:spTree>
    <p:extLst>
      <p:ext uri="{BB962C8B-B14F-4D97-AF65-F5344CB8AC3E}">
        <p14:creationId xmlns:p14="http://schemas.microsoft.com/office/powerpoint/2010/main" val="38539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5-title">
            <a:extLst>
              <a:ext uri="{FF2B5EF4-FFF2-40B4-BE49-F238E27FC236}">
                <a16:creationId xmlns:a16="http://schemas.microsoft.com/office/drawing/2014/main" id="{56D3C46A-0031-4838-8878-4FAB4B3A04CC}"/>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a:ext uri="{FF2B5EF4-FFF2-40B4-BE49-F238E27FC236}">
                <a16:creationId xmlns:a16="http://schemas.microsoft.com/office/drawing/2014/main" id="{B3460B52-BEED-42C6-9A14-03FF23F48629}"/>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a:ext uri="{FF2B5EF4-FFF2-40B4-BE49-F238E27FC236}">
                <a16:creationId xmlns:a16="http://schemas.microsoft.com/office/drawing/2014/main" id="{7FBCA810-46C6-46E9-8919-8EEDC068E26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a:ext uri="{FF2B5EF4-FFF2-40B4-BE49-F238E27FC236}">
                <a16:creationId xmlns:a16="http://schemas.microsoft.com/office/drawing/2014/main" id="{AAB9341D-2020-46FC-8E3E-036F710AAD14}"/>
              </a:ext>
            </a:extLst>
          </p:cNvPr>
          <p:cNvSpPr>
            <a:spLocks noGrp="1"/>
          </p:cNvSpPr>
          <p:nvPr/>
        </p:nvSpPr>
        <p:spPr>
          <a:xfrm>
            <a:off x="2571750" y="17621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a:ext uri="{FF2B5EF4-FFF2-40B4-BE49-F238E27FC236}">
                <a16:creationId xmlns:a16="http://schemas.microsoft.com/office/drawing/2014/main" id="{0DAC9AA7-2B03-46D0-8BD0-3F3105DE1658}"/>
              </a:ext>
            </a:extLst>
          </p:cNvPr>
          <p:cNvSpPr>
            <a:spLocks noGrp="1"/>
          </p:cNvSpPr>
          <p:nvPr/>
        </p:nvSpPr>
        <p:spPr>
          <a:xfrm>
            <a:off x="6572250" y="17811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a:ext uri="{FF2B5EF4-FFF2-40B4-BE49-F238E27FC236}">
                <a16:creationId xmlns:a16="http://schemas.microsoft.com/office/drawing/2014/main" id="{9751B014-C7E1-49A7-AFBE-4A79F1EC2D49}"/>
              </a:ext>
            </a:extLst>
          </p:cNvPr>
          <p:cNvSpPr>
            <a:spLocks noGrp="1"/>
          </p:cNvSpPr>
          <p:nvPr/>
        </p:nvSpPr>
        <p:spPr>
          <a:xfrm>
            <a:off x="2571750" y="21907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Straight Connector 8">
            <a:extLst>
              <a:ext uri="{FF2B5EF4-FFF2-40B4-BE49-F238E27FC236}">
                <a16:creationId xmlns:a16="http://schemas.microsoft.com/office/drawing/2014/main" id="{1ED46A7B-7852-4A64-A102-0F9883BC7612}"/>
              </a:ext>
            </a:extLst>
          </p:cNvPr>
          <p:cNvSpPr>
            <a:spLocks noGrp="1"/>
          </p:cNvSpPr>
          <p:nvPr/>
        </p:nvSpPr>
        <p:spPr>
          <a:xfrm>
            <a:off x="2571750" y="3114675"/>
            <a:ext cx="7334250" cy="0"/>
          </a:xfrm>
          <a:prstGeom prst="line">
            <a:avLst/>
          </a:prstGeom>
          <a:noFill/>
          <a:ln w="19050">
            <a:solidFill>
              <a:srgbClr val="B8C9DC"/>
            </a:solidFill>
            <a:prstDash val="solid"/>
          </a:ln>
        </p:spPr>
        <p:txBody>
          <a:bodyPr/>
          <a:lstStyle/>
          <a:p>
            <a:endParaRPr lang="en-US"/>
          </a:p>
        </p:txBody>
      </p:sp>
      <p:sp>
        <p:nvSpPr>
          <p:cNvPr id="10" name="ai-feature-2-heading">
            <a:extLst>
              <a:ext uri="{FF2B5EF4-FFF2-40B4-BE49-F238E27FC236}">
                <a16:creationId xmlns:a16="http://schemas.microsoft.com/office/drawing/2014/main" id="{89619219-D047-4E3E-BA38-AE37A39CC414}"/>
              </a:ext>
            </a:extLst>
          </p:cNvPr>
          <p:cNvSpPr>
            <a:spLocks noGrp="1"/>
          </p:cNvSpPr>
          <p:nvPr/>
        </p:nvSpPr>
        <p:spPr>
          <a:xfrm>
            <a:off x="2571750" y="33242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a:ext uri="{FF2B5EF4-FFF2-40B4-BE49-F238E27FC236}">
                <a16:creationId xmlns:a16="http://schemas.microsoft.com/office/drawing/2014/main" id="{479E4CE3-E07F-4059-B72A-3D13C6A11C31}"/>
              </a:ext>
            </a:extLst>
          </p:cNvPr>
          <p:cNvSpPr>
            <a:spLocks noGrp="1"/>
          </p:cNvSpPr>
          <p:nvPr/>
        </p:nvSpPr>
        <p:spPr>
          <a:xfrm>
            <a:off x="6572250" y="33432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a:ext uri="{FF2B5EF4-FFF2-40B4-BE49-F238E27FC236}">
                <a16:creationId xmlns:a16="http://schemas.microsoft.com/office/drawing/2014/main" id="{B2FC997B-8A90-486B-8C54-A76D0340F9C9}"/>
              </a:ext>
            </a:extLst>
          </p:cNvPr>
          <p:cNvSpPr>
            <a:spLocks noGrp="1"/>
          </p:cNvSpPr>
          <p:nvPr/>
        </p:nvSpPr>
        <p:spPr>
          <a:xfrm>
            <a:off x="2571750" y="37528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Straight Connector 12">
            <a:extLst>
              <a:ext uri="{FF2B5EF4-FFF2-40B4-BE49-F238E27FC236}">
                <a16:creationId xmlns:a16="http://schemas.microsoft.com/office/drawing/2014/main" id="{229E46A8-8799-4863-8713-BAC4566F0EF1}"/>
              </a:ext>
            </a:extLst>
          </p:cNvPr>
          <p:cNvSpPr>
            <a:spLocks noGrp="1"/>
          </p:cNvSpPr>
          <p:nvPr/>
        </p:nvSpPr>
        <p:spPr>
          <a:xfrm>
            <a:off x="2571750" y="4676775"/>
            <a:ext cx="7334250" cy="0"/>
          </a:xfrm>
          <a:prstGeom prst="line">
            <a:avLst/>
          </a:prstGeom>
          <a:noFill/>
          <a:ln w="19050">
            <a:solidFill>
              <a:srgbClr val="B8C9DC"/>
            </a:solidFill>
            <a:prstDash val="solid"/>
          </a:ln>
        </p:spPr>
        <p:txBody>
          <a:bodyPr/>
          <a:lstStyle/>
          <a:p>
            <a:endParaRPr lang="en-US"/>
          </a:p>
        </p:txBody>
      </p:sp>
      <p:sp>
        <p:nvSpPr>
          <p:cNvPr id="14" name="ai-feature-3-heading">
            <a:extLst>
              <a:ext uri="{FF2B5EF4-FFF2-40B4-BE49-F238E27FC236}">
                <a16:creationId xmlns:a16="http://schemas.microsoft.com/office/drawing/2014/main" id="{26D8EDF7-C0E9-4002-8605-F5C33E609BC6}"/>
              </a:ext>
            </a:extLst>
          </p:cNvPr>
          <p:cNvSpPr>
            <a:spLocks noGrp="1"/>
          </p:cNvSpPr>
          <p:nvPr/>
        </p:nvSpPr>
        <p:spPr>
          <a:xfrm>
            <a:off x="2571750" y="48863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a:ext uri="{FF2B5EF4-FFF2-40B4-BE49-F238E27FC236}">
                <a16:creationId xmlns:a16="http://schemas.microsoft.com/office/drawing/2014/main" id="{5566BE2A-8A54-44BD-994F-38FB2D93B623}"/>
              </a:ext>
            </a:extLst>
          </p:cNvPr>
          <p:cNvSpPr>
            <a:spLocks noGrp="1"/>
          </p:cNvSpPr>
          <p:nvPr/>
        </p:nvSpPr>
        <p:spPr>
          <a:xfrm>
            <a:off x="6572250" y="49053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a:ext uri="{FF2B5EF4-FFF2-40B4-BE49-F238E27FC236}">
                <a16:creationId xmlns:a16="http://schemas.microsoft.com/office/drawing/2014/main" id="{5F6AF55F-989F-4A95-A10E-831465C41123}"/>
              </a:ext>
            </a:extLst>
          </p:cNvPr>
          <p:cNvSpPr>
            <a:spLocks noGrp="1"/>
          </p:cNvSpPr>
          <p:nvPr/>
        </p:nvSpPr>
        <p:spPr>
          <a:xfrm>
            <a:off x="2571750" y="53149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Straight Connector 16">
            <a:extLst>
              <a:ext uri="{FF2B5EF4-FFF2-40B4-BE49-F238E27FC236}">
                <a16:creationId xmlns:a16="http://schemas.microsoft.com/office/drawing/2014/main" id="{DC55E73B-BAC3-491F-99DF-93493053DCF1}"/>
              </a:ext>
            </a:extLst>
          </p:cNvPr>
          <p:cNvSpPr>
            <a:spLocks noGrp="1"/>
          </p:cNvSpPr>
          <p:nvPr/>
        </p:nvSpPr>
        <p:spPr>
          <a:xfrm>
            <a:off x="2571750" y="6238875"/>
            <a:ext cx="7334250" cy="0"/>
          </a:xfrm>
          <a:prstGeom prst="line">
            <a:avLst/>
          </a:prstGeom>
          <a:noFill/>
          <a:ln w="19050">
            <a:solidFill>
              <a:srgbClr val="B8C9DC"/>
            </a:solidFill>
            <a:prstDash val="solid"/>
          </a:ln>
        </p:spPr>
        <p:txBody>
          <a:bodyPr/>
          <a:lstStyle/>
          <a:p>
            <a:endParaRPr lang="en-US"/>
          </a:p>
        </p:txBody>
      </p:sp>
      <p:sp>
        <p:nvSpPr>
          <p:cNvPr id="18" name="ai-feature-4-heading">
            <a:extLst>
              <a:ext uri="{FF2B5EF4-FFF2-40B4-BE49-F238E27FC236}">
                <a16:creationId xmlns:a16="http://schemas.microsoft.com/office/drawing/2014/main" id="{4D03BD6C-2AC6-4318-8BAB-7761C8CDF91F}"/>
              </a:ext>
            </a:extLst>
          </p:cNvPr>
          <p:cNvSpPr>
            <a:spLocks noGrp="1"/>
          </p:cNvSpPr>
          <p:nvPr/>
        </p:nvSpPr>
        <p:spPr>
          <a:xfrm>
            <a:off x="2571750" y="64484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a:ext uri="{FF2B5EF4-FFF2-40B4-BE49-F238E27FC236}">
                <a16:creationId xmlns:a16="http://schemas.microsoft.com/office/drawing/2014/main" id="{35B79827-3DA8-4D24-B64E-2E6615278172}"/>
              </a:ext>
            </a:extLst>
          </p:cNvPr>
          <p:cNvSpPr>
            <a:spLocks noGrp="1"/>
          </p:cNvSpPr>
          <p:nvPr/>
        </p:nvSpPr>
        <p:spPr>
          <a:xfrm>
            <a:off x="6572250" y="64674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a:ext uri="{FF2B5EF4-FFF2-40B4-BE49-F238E27FC236}">
                <a16:creationId xmlns:a16="http://schemas.microsoft.com/office/drawing/2014/main" id="{DE52F377-CD0E-4BCA-B19F-0AE45F01BBAF}"/>
              </a:ext>
            </a:extLst>
          </p:cNvPr>
          <p:cNvSpPr>
            <a:spLocks noGrp="1"/>
          </p:cNvSpPr>
          <p:nvPr/>
        </p:nvSpPr>
        <p:spPr>
          <a:xfrm>
            <a:off x="2571750" y="68770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3" name="Picture 42"/>
          <p:cNvPicPr>
            <a:picLocks noChangeAspect="1"/>
          </p:cNvPicPr>
          <p:nvPr/>
        </p:nvPicPr>
        <p:blipFill>
          <a:blip r:embed="rId4"/>
          <a:stretch/>
        </p:blipFill>
        <p:spPr>
          <a:xfrm>
            <a:off x="10582672" y="1809750"/>
            <a:ext cx="5409406" cy="3381375"/>
          </a:xfrm>
          <a:prstGeom prst="rect">
            <a:avLst/>
          </a:prstGeom>
        </p:spPr>
      </p:pic>
      <p:sp>
        <p:nvSpPr>
          <p:cNvPr id="22" name="ai-implementation-note">
            <a:extLst>
              <a:ext uri="{FF2B5EF4-FFF2-40B4-BE49-F238E27FC236}">
                <a16:creationId xmlns:a16="http://schemas.microsoft.com/office/drawing/2014/main" id="{3EB583CA-672E-4EB1-9F23-03B098969B56}"/>
              </a:ext>
            </a:extLst>
          </p:cNvPr>
          <p:cNvSpPr>
            <a:spLocks noGrp="1"/>
          </p:cNvSpPr>
          <p:nvPr/>
        </p:nvSpPr>
        <p:spPr>
          <a:xfrm>
            <a:off x="10572750" y="5572125"/>
            <a:ext cx="5429250" cy="2000250"/>
          </a:xfrm>
          <a:prstGeom prst="rect">
            <a:avLst/>
          </a:prstGeom>
          <a:noFill/>
          <a:ln w="0">
            <a:noFill/>
            <a:prstDash val="solid"/>
          </a:ln>
        </p:spPr>
        <p:txBody>
          <a:bodyPr wrap="square" lIns="0" tIns="0" rIns="0" bIns="0" anchor="t">
            <a:noAutofit/>
          </a:bodyPr>
          <a:lstStyle/>
          <a:p>
            <a:pPr algn="l">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a:ext uri="{FF2B5EF4-FFF2-40B4-BE49-F238E27FC236}">
                <a16:creationId xmlns:a16="http://schemas.microsoft.com/office/drawing/2014/main" id="{9D0A4330-8D8B-4507-B3B0-7E2043A8B8E7}"/>
              </a:ext>
            </a:extLst>
          </p:cNvPr>
          <p:cNvSpPr>
            <a:spLocks noGrp="1"/>
          </p:cNvSpPr>
          <p:nvPr/>
        </p:nvSpPr>
        <p:spPr>
          <a:xfrm>
            <a:off x="2571750" y="8096250"/>
            <a:ext cx="11334750" cy="571500"/>
          </a:xfrm>
          <a:prstGeom prst="roundRect">
            <a:avLst>
              <a:gd name="adj" fmla="val 20000"/>
            </a:avLst>
          </a:prstGeom>
          <a:solidFill>
            <a:srgbClr val="022461"/>
          </a:solidFill>
          <a:ln w="0">
            <a:solidFill>
              <a:srgbClr val="022461"/>
            </a:solidFill>
            <a:prstDash val="solid"/>
          </a:ln>
        </p:spPr>
        <p:txBody>
          <a:bodyPr wrap="square" lIns="190500" tIns="76200" rIns="190500" bIns="76200" anchor="ctr">
            <a:no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a:stretch>
          </a:blipFill>
        </p:spPr>
        <p:txBody>
          <a:bodyPr/>
          <a:lstStyle/>
          <a:p>
            <a:endParaRPr lang="en-US"/>
          </a:p>
        </p:txBody>
      </p:sp>
      <p:sp>
        <p:nvSpPr>
          <p:cNvPr id="3" name="slide-6-title">
            <a:extLst>
              <a:ext uri="{FF2B5EF4-FFF2-40B4-BE49-F238E27FC236}">
                <a16:creationId xmlns:a16="http://schemas.microsoft.com/office/drawing/2014/main" id="{8F4FA45D-CBEC-4192-9EDC-EF7F856D84C7}"/>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a:ext uri="{FF2B5EF4-FFF2-40B4-BE49-F238E27FC236}">
                <a16:creationId xmlns:a16="http://schemas.microsoft.com/office/drawing/2014/main" id="{D44233B3-38C1-453F-A393-DAEFC373157C}"/>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a:ext uri="{FF2B5EF4-FFF2-40B4-BE49-F238E27FC236}">
                <a16:creationId xmlns:a16="http://schemas.microsoft.com/office/drawing/2014/main" id="{7EEDCDF1-1F9C-4D9C-A4CE-2BCAE3752B1A}"/>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a:ext uri="{FF2B5EF4-FFF2-40B4-BE49-F238E27FC236}">
                <a16:creationId xmlns:a16="http://schemas.microsoft.com/office/drawing/2014/main" id="{39609840-71B7-425E-9E9E-59F460AE2E0D}"/>
              </a:ext>
            </a:extLst>
          </p:cNvPr>
          <p:cNvSpPr>
            <a:spLocks noGrp="1"/>
          </p:cNvSpPr>
          <p:nvPr/>
        </p:nvSpPr>
        <p:spPr>
          <a:xfrm>
            <a:off x="4667250" y="3429000"/>
            <a:ext cx="8953500" cy="1143000"/>
          </a:xfrm>
          <a:prstGeom prst="rect">
            <a:avLst/>
          </a:prstGeom>
          <a:noFill/>
          <a:ln w="0">
            <a:noFill/>
            <a:prstDash val="solid"/>
          </a:ln>
        </p:spPr>
        <p:txBody>
          <a:bodyPr wrap="square" lIns="0" tIns="0" rIns="0" bIns="0" anchor="ctr">
            <a:noAutofit/>
          </a:bodyPr>
          <a:lstStyle/>
          <a:p>
            <a:pPr algn="ctr">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a:ext uri="{FF2B5EF4-FFF2-40B4-BE49-F238E27FC236}">
                <a16:creationId xmlns:a16="http://schemas.microsoft.com/office/drawing/2014/main" id="{0E706D85-9E7F-4D91-A4D1-0BCD015F8EB1}"/>
              </a:ext>
            </a:extLst>
          </p:cNvPr>
          <p:cNvSpPr>
            <a:spLocks noGrp="1"/>
          </p:cNvSpPr>
          <p:nvPr/>
        </p:nvSpPr>
        <p:spPr>
          <a:xfrm>
            <a:off x="4667250" y="4810125"/>
            <a:ext cx="8953500" cy="523875"/>
          </a:xfrm>
          <a:prstGeom prst="rect">
            <a:avLst/>
          </a:prstGeom>
          <a:noFill/>
          <a:ln w="0">
            <a:noFill/>
            <a:prstDash val="solid"/>
          </a:ln>
        </p:spPr>
        <p:txBody>
          <a:bodyPr wrap="square" lIns="0" tIns="0" rIns="0" bIns="0" anchor="ctr">
            <a:noAutofit/>
          </a:bodyPr>
          <a:lstStyle/>
          <a:p>
            <a:pPr algn="ctr">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pic>
        <p:nvPicPr>
          <p:cNvPr id="11" name="In Powerpoint">
            <a:hlinkClick r:id="" action="ppaction://media"/>
            <a:extLst>
              <a:ext uri="{FF2B5EF4-FFF2-40B4-BE49-F238E27FC236}">
                <a16:creationId xmlns:a16="http://schemas.microsoft.com/office/drawing/2014/main" id="{6D374CC2-8D1F-DF5B-7FBA-C95AB3C8B9A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56606" y="716506"/>
            <a:ext cx="16607811" cy="9341894"/>
          </a:xfrm>
          <a:prstGeom prst="rect">
            <a:avLst/>
          </a:prstGeom>
        </p:spPr>
      </p:pic>
    </p:spTree>
    <p:extLst>
      <p:ext uri="{BB962C8B-B14F-4D97-AF65-F5344CB8AC3E}">
        <p14:creationId xmlns:p14="http://schemas.microsoft.com/office/powerpoint/2010/main" val="38539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3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7-title">
            <a:extLst>
              <a:ext uri="{FF2B5EF4-FFF2-40B4-BE49-F238E27FC236}">
                <a16:creationId xmlns:a16="http://schemas.microsoft.com/office/drawing/2014/main" id="{9D72D6C9-DBC4-4F7F-8D1E-3A0C4C03BD8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a:ext uri="{FF2B5EF4-FFF2-40B4-BE49-F238E27FC236}">
                <a16:creationId xmlns:a16="http://schemas.microsoft.com/office/drawing/2014/main" id="{96F4D6A4-9BE2-4BE2-A8B1-ED876613B6AE}"/>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a:ext uri="{FF2B5EF4-FFF2-40B4-BE49-F238E27FC236}">
                <a16:creationId xmlns:a16="http://schemas.microsoft.com/office/drawing/2014/main" id="{C114B6BE-8482-4CC5-AE68-81D9FC48CC3D}"/>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a:ext uri="{FF2B5EF4-FFF2-40B4-BE49-F238E27FC236}">
                <a16:creationId xmlns:a16="http://schemas.microsoft.com/office/drawing/2014/main" id="{0641FC5D-EB28-4F95-96AB-333939BFDD51}"/>
              </a:ext>
            </a:extLst>
          </p:cNvPr>
          <p:cNvSpPr>
            <a:spLocks noGrp="1"/>
          </p:cNvSpPr>
          <p:nvPr/>
        </p:nvSpPr>
        <p:spPr>
          <a:xfrm>
            <a:off x="25717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a:ext uri="{FF2B5EF4-FFF2-40B4-BE49-F238E27FC236}">
                <a16:creationId xmlns:a16="http://schemas.microsoft.com/office/drawing/2014/main" id="{96D7C375-566B-4C7D-928A-B3DAD3ED7615}"/>
              </a:ext>
            </a:extLst>
          </p:cNvPr>
          <p:cNvSpPr>
            <a:spLocks noGrp="1"/>
          </p:cNvSpPr>
          <p:nvPr/>
        </p:nvSpPr>
        <p:spPr>
          <a:xfrm>
            <a:off x="26670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a:ext uri="{FF2B5EF4-FFF2-40B4-BE49-F238E27FC236}">
                <a16:creationId xmlns:a16="http://schemas.microsoft.com/office/drawing/2014/main" id="{2F4B0F74-22D0-40F7-8047-5B8016B2F8EE}"/>
              </a:ext>
            </a:extLst>
          </p:cNvPr>
          <p:cNvSpPr>
            <a:spLocks noGrp="1"/>
          </p:cNvSpPr>
          <p:nvPr/>
        </p:nvSpPr>
        <p:spPr>
          <a:xfrm>
            <a:off x="96202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a:ext uri="{FF2B5EF4-FFF2-40B4-BE49-F238E27FC236}">
                <a16:creationId xmlns:a16="http://schemas.microsoft.com/office/drawing/2014/main" id="{7C5D40FB-6697-4923-8D50-EB0D151624F1}"/>
              </a:ext>
            </a:extLst>
          </p:cNvPr>
          <p:cNvSpPr>
            <a:spLocks noGrp="1"/>
          </p:cNvSpPr>
          <p:nvPr/>
        </p:nvSpPr>
        <p:spPr>
          <a:xfrm>
            <a:off x="97155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a:ext uri="{FF2B5EF4-FFF2-40B4-BE49-F238E27FC236}">
                <a16:creationId xmlns:a16="http://schemas.microsoft.com/office/drawing/2014/main" id="{C1C55BAE-CC09-4F1C-9FF8-5699C032A406}"/>
              </a:ext>
            </a:extLst>
          </p:cNvPr>
          <p:cNvSpPr>
            <a:spLocks noGrp="1"/>
          </p:cNvSpPr>
          <p:nvPr/>
        </p:nvSpPr>
        <p:spPr>
          <a:xfrm>
            <a:off x="2571750" y="7715250"/>
            <a:ext cx="11334750" cy="876300"/>
          </a:xfrm>
          <a:prstGeom prst="roundRect">
            <a:avLst>
              <a:gd name="adj" fmla="val 15217"/>
            </a:avLst>
          </a:prstGeom>
          <a:solidFill>
            <a:srgbClr val="022461"/>
          </a:solidFill>
          <a:ln w="0">
            <a:solidFill>
              <a:srgbClr val="022461"/>
            </a:solidFill>
            <a:prstDash val="solid"/>
          </a:ln>
        </p:spPr>
        <p:txBody>
          <a:bodyPr wrap="square" lIns="228600" tIns="114300" rIns="228600" bIns="114300" anchor="ctr">
            <a:noAutofit/>
          </a:bodyPr>
          <a:lstStyle/>
          <a:p>
            <a:pPr algn="ctr">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766</Words>
  <Application>Microsoft Office PowerPoint</Application>
  <DocSecurity>0</DocSecurity>
  <PresentationFormat>Custom</PresentationFormat>
  <Paragraphs>100</Paragraphs>
  <Slides>8</Slides>
  <Notes>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Bebas Neue Bold</vt:lpstr>
      <vt:lpstr>Arial</vt:lpstr>
      <vt:lpstr>Calibri</vt:lpstr>
      <vt:lpstr>Courier New</vt:lpstr>
      <vt:lpstr>Helvetica Now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Raul Veca</cp:lastModifiedBy>
  <cp:revision>3</cp:revision>
  <dcterms:created xsi:type="dcterms:W3CDTF">2026-09-01T00:03:13Z</dcterms:created>
  <dcterms:modified xsi:type="dcterms:W3CDTF">2026-09-01T00:27:54Z</dcterms:modified>
</cp:coreProperties>
</file>