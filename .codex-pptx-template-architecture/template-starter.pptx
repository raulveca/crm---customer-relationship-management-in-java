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cb41d063b468f" /><Relationship Type="http://schemas.openxmlformats.org/officeDocument/2006/relationships/extended-properties" Target="/docProps/app.xml" Id="R77ab923dd8384207" /><Relationship Type="http://schemas.openxmlformats.org/officeDocument/2006/relationships/officeDocument" Target="/ppt/presentation.xml" Id="Raf9c3c971786494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cb612eb8ec74e49"/>
  </p:sldMasterIdLst>
  <p:notesMasterIdLst>
    <p:notesMasterId xmlns:r="http://schemas.openxmlformats.org/officeDocument/2006/relationships" r:id="R3a4f7e6e9ff34391"/>
  </p:notesMasterIdLst>
  <p:sldIdLst>
    <p:sldId xmlns:r="http://schemas.openxmlformats.org/officeDocument/2006/relationships" id="256" r:id="R65515dc2cf6c494d"/>
    <p:sldId xmlns:r="http://schemas.openxmlformats.org/officeDocument/2006/relationships" id="257" r:id="R84247a258edb46b6"/>
    <p:sldId xmlns:r="http://schemas.openxmlformats.org/officeDocument/2006/relationships" id="258" r:id="R3c4f7baf5e734323"/>
    <p:sldId xmlns:r="http://schemas.openxmlformats.org/officeDocument/2006/relationships" id="259" r:id="R4caa76ab31914fa7"/>
    <p:sldId xmlns:r="http://schemas.openxmlformats.org/officeDocument/2006/relationships" id="260" r:id="R9254adc90f5b4ee2"/>
    <p:sldId xmlns:r="http://schemas.openxmlformats.org/officeDocument/2006/relationships" id="261" r:id="Rb206f2fe773c4506"/>
    <p:sldId xmlns:r="http://schemas.openxmlformats.org/officeDocument/2006/relationships" id="262" r:id="Rfd6bc92da069413a"/>
    <p:sldId xmlns:r="http://schemas.openxmlformats.org/officeDocument/2006/relationships" id="263" r:id="Rba57273d69be410b"/>
  </p:sldIdLst>
  <p:sldSz cx="18288000" cy="10287000"/>
  <p:notesSz cx="6858000" cy="9144000"/>
  <p:embeddedFontLst>
    <p:embeddedFont>
      <p:font typeface="Helvetica Now Display Bold"/>
      <p:regular xmlns:r="http://schemas.openxmlformats.org/officeDocument/2006/relationships" r:id="Rc0320e9f66a04636"/>
    </p:embeddedFont>
    <p:embeddedFont>
      <p:font typeface="Bebas Neue Bold"/>
      <p:regular xmlns:r="http://schemas.openxmlformats.org/officeDocument/2006/relationships" r:id="Rc8005382d658433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06b7f474543fc" /><Relationship Type="http://schemas.openxmlformats.org/officeDocument/2006/relationships/slideMaster" Target="/ppt/slideMasters/slideMaster1.xml" Id="R4cb612eb8ec74e49" /><Relationship Type="http://schemas.openxmlformats.org/officeDocument/2006/relationships/notesMaster" Target="/ppt/notesMasters/notesMaster1.xml" Id="R3a4f7e6e9ff34391" /><Relationship Type="http://schemas.openxmlformats.org/officeDocument/2006/relationships/presProps" Target="/ppt/presProps.xml" Id="R6fe7dc5d54084cea" /><Relationship Type="http://schemas.openxmlformats.org/officeDocument/2006/relationships/viewProps" Target="/ppt/viewProps.xml" Id="R1058781a1fc343fa" /><Relationship Type="http://schemas.openxmlformats.org/officeDocument/2006/relationships/tableStyles" Target="/ppt/tableStyles.xml" Id="Rbb8757a3885c4ef4" /><Relationship Type="http://schemas.openxmlformats.org/officeDocument/2006/relationships/font" Target="/ppt/fonts/font.dat" Id="Rc0320e9f66a04636" /><Relationship Type="http://schemas.openxmlformats.org/officeDocument/2006/relationships/font" Target="/ppt/fonts/font2.dat" Id="Rc8005382d6584338" /><Relationship Type="http://schemas.openxmlformats.org/officeDocument/2006/relationships/slide" Target="/ppt/slides/slide1.xml" Id="R65515dc2cf6c494d" /><Relationship Type="http://schemas.openxmlformats.org/officeDocument/2006/relationships/slide" Target="/ppt/slides/slide2.xml" Id="R84247a258edb46b6" /><Relationship Type="http://schemas.openxmlformats.org/officeDocument/2006/relationships/slide" Target="/ppt/slides/slide3.xml" Id="R3c4f7baf5e734323" /><Relationship Type="http://schemas.openxmlformats.org/officeDocument/2006/relationships/slide" Target="/ppt/slides/slide4.xml" Id="R4caa76ab31914fa7" /><Relationship Type="http://schemas.openxmlformats.org/officeDocument/2006/relationships/slide" Target="/ppt/slides/slide5.xml" Id="R9254adc90f5b4ee2" /><Relationship Type="http://schemas.openxmlformats.org/officeDocument/2006/relationships/slide" Target="/ppt/slides/slide6.xml" Id="Rb206f2fe773c4506" /><Relationship Type="http://schemas.openxmlformats.org/officeDocument/2006/relationships/slide" Target="/ppt/slides/slide7.xml" Id="Rfd6bc92da069413a" /><Relationship Type="http://schemas.openxmlformats.org/officeDocument/2006/relationships/slide" Target="/ppt/slides/slide8.xml" Id="Rba57273d69be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bad21bc6e0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76925ca96b4950" /><Relationship Type="http://schemas.openxmlformats.org/officeDocument/2006/relationships/notesMaster" Target="/ppt/notesMasters/notesMaster1.xml" Id="R19956ea030c7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83440120fe457f" /><Relationship Type="http://schemas.openxmlformats.org/officeDocument/2006/relationships/notesMaster" Target="/ppt/notesMasters/notesMaster1.xml" Id="R3abbd32a4e8b4e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f524e6b1ea4dd6" /><Relationship Type="http://schemas.openxmlformats.org/officeDocument/2006/relationships/notesMaster" Target="/ppt/notesMasters/notesMaster1.xml" Id="R316cb2f773f64d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ae5e1a0480497b" /><Relationship Type="http://schemas.openxmlformats.org/officeDocument/2006/relationships/notesMaster" Target="/ppt/notesMasters/notesMaster1.xml" Id="R137b59178316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c9dd4211624982" /><Relationship Type="http://schemas.openxmlformats.org/officeDocument/2006/relationships/notesMaster" Target="/ppt/notesMasters/notesMaster1.xml" Id="Rb1c2d458339245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1fffe12dce40cb" /><Relationship Type="http://schemas.openxmlformats.org/officeDocument/2006/relationships/notesMaster" Target="/ppt/notesMasters/notesMaster1.xml" Id="R74c09095b801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777eb7fb8f4f9f" /><Relationship Type="http://schemas.openxmlformats.org/officeDocument/2006/relationships/notesMaster" Target="/ppt/notesMasters/notesMaster1.xml" Id="R7c6494206630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27f3d724554f8a" /><Relationship Type="http://schemas.openxmlformats.org/officeDocument/2006/relationships/notesMaster" Target="/ppt/notesMasters/notesMaster1.xml" Id="Re925e63872b449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8acdcd0724d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65992ad5748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c60eebba04d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d7f676e1740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a2aacf3c244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a05cd1ef24cc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c34c0afb34c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9ea23501146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45904546e452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979fcdf6947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bc62ed7554cc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F9559C-4042-48DC-A004-655DD72E33B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C0A3284-B567-4E8F-8126-D61A9878D0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FD0665-44F2-417C-BC81-5CF67C29FC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6B5248-882E-4A3E-BED8-AB3EDBC13B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D02650-03D7-46D4-AD3D-0BFDA9F75D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3BB12D-3D5B-4074-B4DD-ED0A495E3F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6F42FE-3695-4A14-9044-26F6BB2122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4C14DE-8FF2-4903-9FA2-A3FAFCD3F2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03F591-3684-4987-8E04-E791B38327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180B9-3D9B-4615-AD1B-ADA2AA713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A24F82-C98E-4A10-B96E-6530C7FC5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77B4D7-6F81-4676-9B7E-1A77C9A6A3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2D6B12-7EFC-4C93-8B83-88B88A8603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6D07F5-8A47-49F3-A174-125FC01388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FDB23B-5273-46ED-B1BD-D079A91348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C6357-AB88-4F5C-A07F-A866038568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495FD8-843F-43F6-9617-4224CCB8C5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79CC2F-AB25-45DA-9426-6EA64B7932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811886-87BD-4C4F-BB54-51A0C34858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6C0E56-CDF0-45FC-B13F-BEC599BE3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FD7391-A316-419B-B141-4D04578BAD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2FFC35-8AD1-4962-9A07-FAFF5071F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0C6AA2-F695-42A1-86AA-454892C7C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3722CB-2196-487B-A8F2-A1E35AAE80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9D283E6-EDE2-4237-B4DE-A8EEC41FCF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EB87F11-2EAC-4CD5-868D-E1E94B3EA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CADD1FE-92AF-4D13-B5DB-0D06066FC4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4982CE0-F87A-426C-BC40-B81CD24BE0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2B84A80-F15D-4E49-A980-371578F61E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0AC261-B2DA-4820-ABC8-5E09262DA0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DA7F48B-BE9E-4C34-B667-A14C236E73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10DFFD-993A-4C71-AB3E-7BC3085B12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1F7E4C9-0B40-4D44-BF33-4B2450DFB2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ACA79D-072F-4AB7-9506-A6F94533A3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742E93-B2C1-4E74-AFC8-E16A66A280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0FC2492-95DD-475F-8860-1CBF75AA1E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BFE8D9-C324-44A3-B208-D891E88CA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2FF1BA-6E83-40C5-98E9-83880BB44B8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BCFC6E2-CFBD-432A-8DAD-096435CADE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8B56CA-6D78-4D87-AD78-8CAE11BEF4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6C69ED-5090-4DB9-9B5D-96A9E1358C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A35BDA-2ED3-45D9-BCD4-75753CE52C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C9662B-BFBE-47FA-A63C-F889A460B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9FCCD1A-FE18-4E6D-B900-8FBA881082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12023C4-86D0-4CEF-933E-9AE5BF5483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3741F9-C4B9-44E1-8B79-DAC381E939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11B6D03-A3C5-4871-8FBD-9D7AB61BB9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37B65A-9423-41BB-8FA6-CEA67ACA20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948441-9204-427B-A094-CF952BD98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72F14A-1A1D-4C7B-8661-70FA4F4B0F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A829D5-CF80-4882-A3D2-438900F6C9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44B437-F3F3-4CB2-966F-E0B869C908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B30E9E-70E3-4804-A6BD-F2DE8CAE47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73F1ED1-7FD3-4DA5-9434-F181FDE41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1D5B0E-D0D9-4FA5-923D-4753DCE4D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F80F4B-854B-4081-9781-E3CF8E56FB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4A4A9F-72F6-43AB-82A5-316B53B45B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0C253-1269-41AE-A283-24DAD523A7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25b35465fb4745" /><Relationship Type="http://schemas.openxmlformats.org/officeDocument/2006/relationships/slideLayout" Target="/ppt/slideLayouts/slideLayout1.xml" Id="Rd3988812a364409b" /><Relationship Type="http://schemas.openxmlformats.org/officeDocument/2006/relationships/slideLayout" Target="/ppt/slideLayouts/slideLayout2.xml" Id="R32433e69848e401a" /><Relationship Type="http://schemas.openxmlformats.org/officeDocument/2006/relationships/slideLayout" Target="/ppt/slideLayouts/slideLayout3.xml" Id="Rd0b5b6034d8c4abc" /><Relationship Type="http://schemas.openxmlformats.org/officeDocument/2006/relationships/slideLayout" Target="/ppt/slideLayouts/slideLayout4.xml" Id="Rbc2fab0128c04f85" /><Relationship Type="http://schemas.openxmlformats.org/officeDocument/2006/relationships/slideLayout" Target="/ppt/slideLayouts/slideLayout5.xml" Id="R7407d44a8293406c" /><Relationship Type="http://schemas.openxmlformats.org/officeDocument/2006/relationships/slideLayout" Target="/ppt/slideLayouts/slideLayout6.xml" Id="R630c7078ebc44ed6" /><Relationship Type="http://schemas.openxmlformats.org/officeDocument/2006/relationships/slideLayout" Target="/ppt/slideLayouts/slideLayout7.xml" Id="Rf67dd3fc08494edf" /><Relationship Type="http://schemas.openxmlformats.org/officeDocument/2006/relationships/slideLayout" Target="/ppt/slideLayouts/slideLayout8.xml" Id="R61199739d76b4523" /><Relationship Type="http://schemas.openxmlformats.org/officeDocument/2006/relationships/slideLayout" Target="/ppt/slideLayouts/slideLayout9.xml" Id="R6d206c76078d483d" /><Relationship Type="http://schemas.openxmlformats.org/officeDocument/2006/relationships/slideLayout" Target="/ppt/slideLayouts/slideLayout10.xml" Id="Rbb0dd5dae6694845" /><Relationship Type="http://schemas.openxmlformats.org/officeDocument/2006/relationships/slideLayout" Target="/ppt/slideLayouts/slideLayout11.xml" Id="R1561b83b8cb6499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971C335-A343-435F-BDC8-6FD2B6D5E0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CC4FD9-9918-46FF-8564-6B589175E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4F6367-7273-4B94-BBB2-FD3FA7E35A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4A1A30-94CA-405C-948A-65C5569F02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9AD4A4-872E-41A1-BB0D-1B287248AE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88812a364409b"/>
    <p:sldLayoutId xmlns:r="http://schemas.openxmlformats.org/officeDocument/2006/relationships" id="2147483650" r:id="R32433e69848e401a"/>
    <p:sldLayoutId xmlns:r="http://schemas.openxmlformats.org/officeDocument/2006/relationships" id="2147483651" r:id="Rd0b5b6034d8c4abc"/>
    <p:sldLayoutId xmlns:r="http://schemas.openxmlformats.org/officeDocument/2006/relationships" id="2147483652" r:id="Rbc2fab0128c04f85"/>
    <p:sldLayoutId xmlns:r="http://schemas.openxmlformats.org/officeDocument/2006/relationships" id="2147483653" r:id="R7407d44a8293406c"/>
    <p:sldLayoutId xmlns:r="http://schemas.openxmlformats.org/officeDocument/2006/relationships" id="2147483654" r:id="R630c7078ebc44ed6"/>
    <p:sldLayoutId xmlns:r="http://schemas.openxmlformats.org/officeDocument/2006/relationships" id="2147483655" r:id="Rf67dd3fc08494edf"/>
    <p:sldLayoutId xmlns:r="http://schemas.openxmlformats.org/officeDocument/2006/relationships" id="2147483656" r:id="R61199739d76b4523"/>
    <p:sldLayoutId xmlns:r="http://schemas.openxmlformats.org/officeDocument/2006/relationships" id="2147483657" r:id="R6d206c76078d483d"/>
    <p:sldLayoutId xmlns:r="http://schemas.openxmlformats.org/officeDocument/2006/relationships" id="2147483658" r:id="Rbb0dd5dae6694845"/>
    <p:sldLayoutId xmlns:r="http://schemas.openxmlformats.org/officeDocument/2006/relationships" id="2147483659" r:id="R1561b83b8cb64990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ac2bd0fb6d4ee6" /><Relationship Type="http://schemas.openxmlformats.org/officeDocument/2006/relationships/image" Target="/ppt/media/image.jpeg" Id="R7ea024213add4206" /><Relationship Type="http://schemas.openxmlformats.org/officeDocument/2006/relationships/notesSlide" Target="/ppt/notesSlides/notesSlide1.xml" Id="R5c683eabc8494b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84107816e74cc5" /><Relationship Type="http://schemas.openxmlformats.org/officeDocument/2006/relationships/image" Target="/ppt/media/image2.jpeg" Id="R3789641185c74c57" /><Relationship Type="http://schemas.openxmlformats.org/officeDocument/2006/relationships/notesSlide" Target="/ppt/notesSlides/notesSlide2.xml" Id="Rac6e912df05841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ce25ef0b1a4d28" /><Relationship Type="http://schemas.openxmlformats.org/officeDocument/2006/relationships/image" Target="/ppt/media/image2.jpeg" Id="R74d606ed67c247d6" /><Relationship Type="http://schemas.openxmlformats.org/officeDocument/2006/relationships/notesSlide" Target="/ppt/notesSlides/notesSlide3.xml" Id="Rffa3fd8f40cf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72b95880164c4b" /><Relationship Type="http://schemas.openxmlformats.org/officeDocument/2006/relationships/image" Target="/ppt/media/image2.jpeg" Id="R3a4f035aa4f14f96" /><Relationship Type="http://schemas.openxmlformats.org/officeDocument/2006/relationships/notesSlide" Target="/ppt/notesSlides/notesSlide4.xml" Id="R40032aea812c4e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2d720fa257476a" /><Relationship Type="http://schemas.openxmlformats.org/officeDocument/2006/relationships/image" Target="/ppt/media/image2.jpeg" Id="R4f759e838e6747ee" /><Relationship Type="http://schemas.openxmlformats.org/officeDocument/2006/relationships/notesSlide" Target="/ppt/notesSlides/notesSlide5.xml" Id="Ree572f9fa30d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bd990c578c40a6" /><Relationship Type="http://schemas.openxmlformats.org/officeDocument/2006/relationships/image" Target="/ppt/media/image2.jpeg" Id="Rec20359900de4a45" /><Relationship Type="http://schemas.openxmlformats.org/officeDocument/2006/relationships/notesSlide" Target="/ppt/notesSlides/notesSlide6.xml" Id="R95a1defa6702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38f5b582a94ff7" /><Relationship Type="http://schemas.openxmlformats.org/officeDocument/2006/relationships/image" Target="/ppt/media/image2.jpeg" Id="R1ace94a8c4db4493" /><Relationship Type="http://schemas.openxmlformats.org/officeDocument/2006/relationships/notesSlide" Target="/ppt/notesSlides/notesSlide7.xml" Id="R7cb29b634b6946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8499d90cbc4137" /><Relationship Type="http://schemas.openxmlformats.org/officeDocument/2006/relationships/image" Target="/ppt/media/image2.jpeg" Id="R38be29a88b79485b" /><Relationship Type="http://schemas.openxmlformats.org/officeDocument/2006/relationships/notesSlide" Target="/ppt/notesSlides/notesSlide8.xml" Id="R3ef0d5af15d149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C8ACD54-A72F-4DC2-BCE6-FB22E5E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24213add4206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4FE4967-0A38-4181-919A-9107EDCF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575050"/>
            <a:ext cx="18288000" cy="612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999"/>
              </a:lnSpc>
              <a:spcBef>
                <a:spcPct val="0"/>
              </a:spcBef>
              <a:buNone/>
            </a:pPr>
            <a:r>
              <a:rPr sz="3999" b="1" spc="299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TITLUL LUCRĂRII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B4768FA-141E-4393-A18D-64C8EA9A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009650"/>
            <a:ext cx="1828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50"/>
              </a:lnSpc>
              <a:buNone/>
            </a:pPr>
            <a:r>
              <a:rPr sz="3000" b="1" spc="225">
                <a:solidFill>
                  <a:srgbClr val="FFFFFF"/>
                </a:solidFill>
                <a:latin typeface="Bebas Neue Bold"/>
                <a:ea typeface="Bebas Neue Bold"/>
                <a:cs typeface="Bebas Neue Bold"/>
              </a:rPr>
              <a:t>FACULTATEA DE INFORMATICĂ</a:t>
            </a:r>
          </a:p>
          <a:p xmlns:a="http://schemas.openxmlformats.org/drawingml/2006/main">
            <a:pPr algn="ctr">
              <a:lnSpc>
                <a:spcPts val="3750"/>
              </a:lnSpc>
              <a:spcBef>
                <a:spcPct val="0"/>
              </a:spcBef>
              <a:buNone/>
            </a:pPr>
            <a:r>
              <a:rPr sz="3000" b="1" spc="225">
                <a:solidFill>
                  <a:srgbClr val="FFFFFF"/>
                </a:solidFill>
                <a:latin typeface="Bebas Neue Bold"/>
                <a:ea typeface="Bebas Neue Bold"/>
                <a:cs typeface="Bebas Neue Bold"/>
              </a:rPr>
              <a:t>PROGRAMUL DE STUDII: INFORMATICĂ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12B270A-B0BC-4366-A949-322E91D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95860"/>
            <a:ext cx="6626325" cy="1011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50"/>
              </a:lnSpc>
              <a:buNone/>
            </a:pPr>
            <a:r>
              <a:rPr sz="2700" b="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COORDONATOR:       </a:t>
            </a:r>
          </a:p>
          <a:p xmlns:a="http://schemas.openxmlformats.org/drawingml/2006/main">
            <a:pPr algn="ctr">
              <a:lnSpc>
                <a:spcPts val="4050"/>
              </a:lnSpc>
              <a:buNone/>
            </a:pPr>
            <a:r>
              <a:rPr sz="2700" b="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Lect</a:t>
            </a:r>
            <a:r>
              <a:rPr sz="2700" b="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. Univ. Dr. Ștefănigă Sebastian-Aurelian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BD49515-55AF-4414-85AD-5EB0298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2874" y="7695860"/>
            <a:ext cx="2676426" cy="1011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4050"/>
              </a:lnSpc>
              <a:buNone/>
            </a:pPr>
            <a:r>
              <a:rPr sz="2700" b="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CANDIDAT</a:t>
            </a:r>
            <a:r>
              <a:rPr sz="2700" b="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:</a:t>
            </a:r>
          </a:p>
          <a:p xmlns:a="http://schemas.openxmlformats.org/drawingml/2006/main">
            <a:pPr algn="r">
              <a:lnSpc>
                <a:spcPts val="4050"/>
              </a:lnSpc>
              <a:buNone/>
            </a:pPr>
            <a:r>
              <a:rPr sz="2700" b="1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</a:rPr>
              <a:t>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3611451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789641185c74c57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4d606ed67c247d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4f035aa4f14f96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759e838e6747ee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20359900de4a45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ace94a8c4db4493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1FE47A-19E1-4EEF-B12F-5F1D4F6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be29a88b79485b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3853900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2026-08-31T23:57:37.9070000Z</dcterms:created>
  <dcterms:modified xsi:type="dcterms:W3CDTF">2026-08-31T23:57:37.9070000Z</dcterms:modified>
</coreProperties>
</file>