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Helvetica Now Display Bold" charset="1" panose="020B0804030202020204"/>
      <p:regular r:id="rId9"/>
    </p:embeddedFont>
    <p:embeddedFont>
      <p:font typeface="Bebas Neue Bold" charset="1" panose="020B0606020202050201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3575050"/>
            <a:ext cx="18288000" cy="61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  <a:spcBef>
                <a:spcPct val="0"/>
              </a:spcBef>
            </a:pPr>
            <a:r>
              <a:rPr lang="en-US" b="true" sz="3999" spc="299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TITLUL LUCRĂRII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009650"/>
            <a:ext cx="182880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b="true" sz="3000" spc="225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FACULTATEA DE INFORMATICĂ</a:t>
            </a:r>
          </a:p>
          <a:p>
            <a:pPr algn="ctr">
              <a:lnSpc>
                <a:spcPts val="3750"/>
              </a:lnSpc>
              <a:spcBef>
                <a:spcPct val="0"/>
              </a:spcBef>
            </a:pPr>
            <a:r>
              <a:rPr lang="en-US" b="true" sz="3000" spc="225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PROGRAMUL DE STUDII: INFORMATICĂ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695860"/>
            <a:ext cx="6626325" cy="101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 b="true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COORDONATOR:       </a:t>
            </a:r>
          </a:p>
          <a:p>
            <a:pPr algn="ctr">
              <a:lnSpc>
                <a:spcPts val="4050"/>
              </a:lnSpc>
            </a:pPr>
            <a:r>
              <a:rPr lang="en-US" b="true" sz="2700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Lect</a:t>
            </a:r>
            <a:r>
              <a:rPr lang="en-US" b="true" sz="2700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. Univ. Dr. Ștefănigă Sebastian-Aurelian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82874" y="7695860"/>
            <a:ext cx="2676426" cy="101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50"/>
              </a:lnSpc>
            </a:pPr>
            <a:r>
              <a:rPr lang="en-US" b="true" sz="2700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CANDIDAT</a:t>
            </a:r>
            <a:r>
              <a:rPr lang="en-US" b="true" sz="2700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:</a:t>
            </a:r>
          </a:p>
          <a:p>
            <a:pPr algn="r">
              <a:lnSpc>
                <a:spcPts val="4050"/>
              </a:lnSpc>
            </a:pPr>
            <a:r>
              <a:rPr lang="en-US" b="true" sz="2700">
                <a:solidFill>
                  <a:srgbClr val="FFFFFF"/>
                </a:solidFill>
                <a:latin typeface="Helvetica Now Display Bold"/>
                <a:ea typeface="Helvetica Now Display Bold"/>
                <a:cs typeface="Helvetica Now Display Bold"/>
                <a:sym typeface="Helvetica Now Display Bold"/>
              </a:rPr>
              <a:t>...................................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DAHOb1Cpz7o</dc:identifier>
  <dcterms:modified xsi:type="dcterms:W3CDTF">2011-08-01T06:04:30Z</dcterms:modified>
  <cp:revision>1</cp:revision>
  <dc:title>Copy of V.2_Conferința doctoranziilor_RO</dc:title>
</cp:coreProperties>
</file>